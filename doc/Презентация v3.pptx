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96" r:id="rId4"/>
    <p:sldMasterId id="2147483708" r:id="rId5"/>
    <p:sldMasterId id="2147483720" r:id="rId6"/>
    <p:sldMasterId id="2147483732" r:id="rId7"/>
    <p:sldMasterId id="2147483744" r:id="rId8"/>
    <p:sldMasterId id="2147483756" r:id="rId9"/>
    <p:sldMasterId id="2147483768" r:id="rId10"/>
    <p:sldMasterId id="2147483780" r:id="rId11"/>
  </p:sldMasterIdLst>
  <p:notesMasterIdLst>
    <p:notesMasterId r:id="rId28"/>
  </p:notesMasterIdLst>
  <p:handoutMasterIdLst>
    <p:handoutMasterId r:id="rId2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0077450" cy="5668963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9A021A0-CE26-403F-B43F-4C51D72D0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ED4954-7F80-4DB6-B6F9-BA8627051DAB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9DFE7A-8DD4-4F69-A3CE-B182F7EB7988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827C59-2B2B-414F-8D79-6F74E64FC91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8FAF7CFD-5935-4600-A07C-4929457934FE}" type="slidenum">
              <a:t>‹#›</a:t>
            </a:fld>
            <a:endParaRPr lang="ru-RU" sz="14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472375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BDEAD1-8C0A-4C61-B059-6F9095F55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2704EAD-C0A2-4AF4-A678-3D034007F53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/>
          <a:lstStyle/>
          <a:p>
            <a:endParaRPr lang="ru-RU"/>
          </a:p>
        </p:txBody>
      </p:sp>
      <p:sp>
        <p:nvSpPr>
          <p:cNvPr id="4" name="Верхний колонтитул 3">
            <a:extLst>
              <a:ext uri="{FF2B5EF4-FFF2-40B4-BE49-F238E27FC236}">
                <a16:creationId xmlns:a16="http://schemas.microsoft.com/office/drawing/2014/main" id="{DD8DAB62-3200-422E-A365-1CE659DD3B5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A4FE32-40C1-42CC-BFD0-19E2315196A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5D7317-235E-4C73-ACC1-19263241801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0D0235-7E54-4D4F-ABDE-9595EE98373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06DD3A03-BB59-4C53-ABC6-F72D9E8FB6B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010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ru-RU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Noto Sans" pitchFamily="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897945-311F-423C-9CB9-408618CB80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0E314AA-1EFB-49BC-A4A0-1DCF5CA50288}" type="slidenum">
              <a:t>1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C3F8A84-2FAF-45AF-97AB-2416E8B4A91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DA250DC-0090-4205-86F1-B65DDF9421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F28CE3-CCDA-46B3-91A7-EFDDB9859B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0E07489-0001-455A-9B38-0A0EFC0A38EC}" type="slidenum">
              <a:t>2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010B2A9-9BB4-47B7-B8C5-170480C1D2B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787E33D-F6B5-4290-861D-58FA7BE7B00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6A3A4E-1BE8-408C-9B8F-D5F52D6591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64B105E-1056-435A-B43B-1C27C9ECFE13}" type="slidenum">
              <a:t>3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A218401-7539-4D83-A87F-169E92B8BCA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1CC4E14-3817-4B0B-8B84-FB1C2DED898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8E3954-F507-42EB-B325-E918E434507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8250360-2A69-4437-967E-23439B0D672A}" type="slidenum">
              <a:t>4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605510D-B14A-4FEA-80F3-88B17BE5CFC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E3627DF-FECF-4FF8-89F7-69788A0E7F6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6E8DCF-CFD3-443C-A3BB-2A1D05B3B4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4FEA1D3-12A4-40E8-8EEF-64CD93854197}" type="slidenum">
              <a:t>5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54B887-8285-4BCF-A991-AF4FECC3AB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1C32DB1-CC73-458E-950E-58A47E6CD7D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666F4C-30F8-4188-AA96-A0EDAE6B52D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1625C91-1D6E-4302-B42E-119120C3E785}" type="slidenum">
              <a:t>6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522346C-BFFF-4023-BEBB-FD8CB3B551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82F640-E42D-4745-B73C-68733363FC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F2E389-70FC-4ABC-B23B-F6CC2A00D0D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8AB201E-078F-4607-B017-281A1B439790}" type="slidenum">
              <a:t>7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67486A1-046B-4CB1-B523-620A8DBA906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6DB572D-A82C-42CE-B141-4563C0D272F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D09AB4-5C06-4191-A63B-26F3017BF2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E41781E-6414-4C0D-82DB-AC073235B821}" type="slidenum">
              <a:t>8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B28ABCE-BE92-4021-8C4C-859FC68C2BF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607C63C-7607-4D2E-9B2C-FB4B61DB64E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FBE48D-B88B-4FDC-A3DB-42724644453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63F37BA-B65B-498E-BB06-086605DAA6E8}" type="slidenum">
              <a:t>9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AFC489-A0BF-4C77-A4D3-E9DF440989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3525888-EFEB-4448-BCFB-5620357739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DF9CFA-51D6-462E-829C-F8966553546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9434778-0118-434D-A1CC-918D37FD57CF}" type="slidenum">
              <a:t>10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124ADF3-5415-423F-A047-FA7BDCA69DE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5C99DC-AA77-4771-B0F3-9DBE5F8ECF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8123B8-54C8-4A46-ABE9-68D4F518F1E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784B0FE-6C56-4183-8A9A-548C10157C59}" type="slidenum">
              <a:t>11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3767451-F3A3-4B21-A0E6-327FAD3B0D0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C2707EC-5C5A-401E-9B8F-78E34ADFF69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388AA6-F004-40AF-9E9D-90471994AFA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599CE81-8D0C-49AA-A132-9AE092C3BD8D}" type="slidenum">
              <a:t>12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12AE78-89D7-4C17-B382-EF3E1F2C7AD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2A3A39A-8805-4565-A793-19DB7E87E21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E94A677-B2E1-4A59-B936-007A92A1088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AFD2E3D-5092-4DBC-840F-8E87364FB67A}" type="slidenum">
              <a:t>13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6FDBFE-1C9F-4234-9364-14C8AEBB01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4988" y="763588"/>
            <a:ext cx="6702425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91A1F87-DAE1-4960-AA92-F39DE2E75B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C670A0-CB9B-43FF-9974-01E95C04E8E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BDEDA8E-A8D8-4D56-B5E7-94093B11C3B1}" type="slidenum">
              <a:t>14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EA0C41-2471-4648-9241-6A5C7957736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90E0AB3-1A1C-4FF8-B5AD-FE8569C0A1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18BBAA-99DA-496D-A4E0-87E4D69B3D3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D188368-1E00-460B-ABC1-D60701DBB221}" type="slidenum">
              <a:t>15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30C5D6-8C42-48DB-A6D3-1B1E40AF00D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A151B3C-F4CE-42CA-BC71-A0477511C3D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sz="264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CCA8BB-05CC-4B7E-8ADE-A4F99F164F1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CAC2CD7-2766-47AF-AD3B-631FA2E2C342}" type="slidenum">
              <a:t>16</a:t>
            </a:fld>
            <a:endParaRPr lang="ru-RU"/>
          </a:p>
        </p:txBody>
      </p:sp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96C573A-3399-4485-85E3-AB4F7FC73CE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B00129-BDEB-4A94-9AF5-491F40E0CA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9ED9F-2289-4851-9949-E55889C45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4E70C7-AD15-4BC1-94D1-727098E8B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1935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C15C7A-D282-46F2-BFF5-12839870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F601A1-61BD-47EC-A16F-85BD9E07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7660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DE2E2C-1760-4C3E-8190-E7A0B633B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F2F68F-CBDE-445A-BB3B-52606516F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214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5AD1D-7C71-4AF1-AF83-58F5BE66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A206B9-0AA9-4941-B278-46E72DC3A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5563"/>
            <a:ext cx="4457700" cy="3289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70261CE-FC05-4986-A2B2-61001FB8B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5563"/>
            <a:ext cx="4459287" cy="3289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59015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854DCF-09C0-4CDD-854F-11E220EC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A0E350-E463-478F-983F-A26B71900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F601F8-253F-4DCD-91C9-B45D27CFF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BBABB8-25A7-497B-8B7E-DC202B942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8335C1-FB69-4F4C-AB6D-560D311D7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4257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4AAD8-3F8D-4FF8-BA77-28382A9D0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890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09779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C555F-1A30-4AEF-9267-DF2C0432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70AE35-B402-41CC-8F0D-22E817D4C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D824E5F-E622-4483-B319-4AB77592A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0422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5F2F5-E6AC-460C-8C5E-167F8341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B6E742-8297-405E-87A6-2549C3937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2BCFDDA-1E7E-433E-9F81-C3A28545D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208683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7FE23-8420-40F5-B0AE-B249F902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9F6BB7-C433-429C-AD10-0441CC014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5176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4BBE36-4E87-4C6F-AA93-313ACBA52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E8DB7C-AD70-4E7B-B53E-70E3C72C4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4088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AA911-7A90-4173-B641-96D7F1336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03A4DAF-4165-40EA-A7DA-F944DA592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7B2B24-BBE2-4A7F-8570-6F2F967B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013CDD-5D2E-43EF-ABFA-EC9D5DA2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F9A99A-B4F9-4F02-A784-7B5CD894F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B43541-78CE-4A53-8030-5FE20C8FD2A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06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A52F5-9208-4B80-B5AD-8F186359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410630-4B88-4A35-8F37-6CED7A67E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2BF409-4F52-4439-B658-76189EE75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25553F-96E8-499E-98D3-A3358143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4AD737-5178-47EF-A63D-3F41BC32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8CCDE3-97D1-4950-9917-5FCA51345A8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002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0B96B0-0CB1-418F-BE9B-B8863BF10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B78715-5A91-4BF4-A63A-108D80254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1E0E65-13EB-4205-85AF-584BCDC6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C8233A-92B9-4E56-9FBE-0F24650E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1B40DF-6788-4706-9F09-C9BC418C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7C1A0E4-37FA-48E0-9136-CFCF68D69D7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223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FB8F1-2401-4EF0-A4CC-4D56F3EE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BB7983-1BD9-4039-B716-B0EC885FB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92EEE7-117B-486D-B510-F190E981D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F4D1B2-E053-4FA1-B0A8-546F04BC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CD035E-2240-4ED8-B1A7-A3FD2598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5EC8CB-BE66-44B1-BF56-BD2737D5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EC1451E-FD86-4F6F-8038-3C709E61F6C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467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9D0FE-764E-40A0-A33A-DC7217E3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97D4F1-6086-4366-BC54-BACD1FA1B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4C6A63-076C-445F-9BCB-19BF2FA6D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4517A46-7A85-4F27-BC6A-FC9A71DB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FF1DE50-FC8A-4176-A448-3E14DCBA9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C45CD94-BCEC-4C0A-BA5D-574119AB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F02F21C-33D6-4A2C-8DC9-D346F580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298A254-C16C-44BB-A5B2-33C38988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7EBFA1-E713-40C9-BAC7-82CBD9CF4D0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961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65D8E6-9642-42FD-ABE3-B5C45C25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C83B377-AF62-4D60-A38E-7DA31DCF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3D964C0-1F38-4352-89A8-C4650AC0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35DC116-3953-4C68-A48E-75DB6C18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8DB0385-E942-41AD-908D-685AD8B8755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8955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323A51-14B8-4B27-9120-ABC823EE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52A842A-E18D-47E7-BB39-6F26D0EF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9FBE85-1F65-4425-AD66-24386156D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9A7C76-67F2-43F9-BCA3-43E8A52E459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38396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D67A6B-4469-4429-B148-F08BC115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CF48FD-C747-45AB-96E0-38644EE2E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9F599D-4241-4375-BE94-B460F422A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7A2FD6-9602-43EE-8737-33EB33C32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40BE4A-46C5-46F1-9C12-ACF965103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D8B632-C283-4667-B74D-A3F7BBB5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136843-83B9-459F-8D75-62DFB2FBFD0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070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13636-B70B-44BE-8BF7-CD839B5D3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A3685E-59F6-4E23-B536-92CF047FC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B96276-085D-4F6E-8615-31F0CFFFA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0B0E31-936A-42C8-8DA8-C18E4B5B4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823EF9-6EBC-40E7-A709-17BBFB278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04D67B-0CDE-4E82-82D6-70653FD4A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6C195E-60A2-45C2-8807-8CACC9DC36D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7095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CDFBF-A32B-45ED-9F0A-A989A6D1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DEB697-27D0-4DF5-A0A0-49F19CE12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FDDC96-23E1-404D-8571-92A81755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366A0D-795C-407C-821C-80C46B56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E7DF25-D224-4A7D-85B1-54DA66E2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1576E21-0B75-412A-A50A-B3665C53734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225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76DAB0-7A3D-4259-A314-EBE1127A1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7B93DA-41A8-437E-924E-2D8F2899E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E6330B-753A-4AC1-8FA1-A6222D6E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58268A-05DB-4CFA-8E05-D6049104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34982A-4DBE-4CB6-A7E2-255D422C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8400F5-563D-4E96-8B73-246B5BF93E9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45550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51346-4F97-4BCC-9DE8-E1E8C4F7F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971E00-D7F6-4AC6-80D4-8E8AD53C1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99DA83-0C16-4C90-B5C7-895BC2A0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9634E4-849C-408C-AE15-2775CFD4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A58584-37A0-4085-B5DB-C860AE75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747B9A-2D92-41EA-99DF-FB247F04576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998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3F4D69-B091-4BE6-80FE-DD2E784B5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BE02FA-7736-4B25-8CD8-4218A775A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4C827F-668C-4737-88C0-526984CBF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1D7968-AB19-4AB0-A9A2-EA53D7E8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F45C33-D12A-40DA-8D33-B2157F42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BB75C1-96E5-4B12-B117-959B2CE45CF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9384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CF273-A10E-48CF-9E5A-9A8FE704E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0D3FFB-5E12-420B-98A7-8F681BD05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C41AE6-363A-4748-AE08-317BA137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FB0DE3-2739-452F-B637-D9E48FED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3F288D-A166-4468-8CC5-9DD606E2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E91FAB3-ED2B-4637-ADA5-2536FFF6EA2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7907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8758C0-B657-478B-8E8F-6A606A46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55F5D9-93A1-4AB7-AFEA-CF2C2CC55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0961D-F88C-4EA5-8BEA-5BEAADA76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2F3427-6E51-457E-A889-C8BF7E83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1BD7A0-4D1D-4AB1-99B3-5D6E7D1BC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7ADD10-4978-4736-A069-6BBF8649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09A32D1-600C-4B9F-8A42-7324BFD8B01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696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804D1-0793-44C6-A058-08E8A6A7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506C86-EF77-46CA-ACC6-E2F7C6B17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EA5F46-C30C-4C6C-98B8-21F52F0F3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3C889A5-6B07-4EAA-8AD9-007BA10AE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3C30F6D-3767-4768-9493-E874C8E2C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96CCA3-BD07-4024-804E-EE3BB762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A1EB520-B8B6-4A71-A984-18BD4B22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65FD449-D25B-4205-9972-86997AC2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619A37-AD3B-486B-B599-21C5AAB31D3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7833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94186-C386-496D-AA89-9EABE047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24C4E60-5178-48B0-8C19-D74952E6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B5A4AD-4559-4BAB-8872-282BFB53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6E2D06-F861-47B8-8E5E-5D0AF1EB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4E7A674-74E9-4E8B-A1DE-959BF895064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5123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94359A5-2B58-4770-8D2E-B8762F884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F4F6C7D-B362-4E6F-AD4C-F45E66A4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EF014-C0B3-417F-A333-F7C484FD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DA5A19F-60F8-40C4-8E29-C74547E63DA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0063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145101-4B02-49AC-A6E3-5414EB77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9210FD-5A48-4F6B-B301-A3195102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47C290-7FE8-4D6A-98CC-E84F6412A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3148F7-EE83-4BF3-BD5F-7D0640E37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FB69C9-1EE1-4EFF-8B61-E625412F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4A261D-A440-455A-89CF-882FA88D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1EE4A1A-25A8-4227-9D6D-6675F97233F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9020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1C576-F866-475D-A547-7598B38C5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B55CA84-D24C-4D9D-B1A8-830462154C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556C2DE-985E-4686-A543-C9A23A618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C620D4-6001-4D8E-9F20-6B317592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A29FD9-A374-4064-B084-C595BF0A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DC59AB-BDBD-4A41-8E0F-0D713634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F343F0-60F3-496F-A90F-7FD3D6F8635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957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048303-F493-48D8-A6AF-376082A1B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10936A-BEBF-43CD-97B7-9E218B0A7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8EF7C6-0B88-4155-BA1A-AB9DC5A5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BF02FB-7BBC-4F18-A9AD-0B5409E8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763D3A-2520-416C-BB9E-D914FD2AF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01F2AD-7718-4A50-B9A2-13BD772ED8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5922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E34640-A38C-4AEC-9A76-18BCEBF25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0401BF-D7AF-40AC-B8BE-6857D9F11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A4AD2B-E362-4DFE-A018-E577EBA3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570F3E-306B-4847-B8DF-4B2B5FAA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3281AC-4F33-433C-825E-3517BE6E5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BDA8A1-5778-4CEE-A6BD-A5AE0DAD619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3995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9698C-0911-44F6-80D5-C8431EB52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A14235-3212-4BB4-93F0-BB0E23414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3E1CB5-2BD8-43D2-9ACB-DD0E1ECA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4F6806-1814-4B60-8EFD-50A57AB1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7ADE1-D388-4B1E-BCD3-A89C3AEB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94B5030-FAEA-4DC6-B219-26CD42ACCAA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8821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305DCC-1393-4B47-B2D2-91C80E82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14B0D7-5668-455A-8DA6-01CBD60D1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48AF21-184E-48B1-BD04-A651E332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902BAA-5A10-41A9-AC18-BF94B8586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56700B-DAAC-495D-AAD6-266D17E4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93583F8-DAA5-4FBA-BF78-C9B36E17DFB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0021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397DE4-DB00-4DCC-A077-C3077CAB5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DB5BCA-C53B-481C-AEE5-38EA9AD7B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02321F-8ACF-44DC-9AA9-FC9296110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CC2B5-424B-48FF-8095-1802F65C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6F8FA1-EAF1-4448-B2CB-B4BDF7C1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3A2828-1565-4075-B3B3-BF2E330447E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06604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0B08DD-CDB3-48C4-AE86-122EDEE7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8B4BCA-B726-4A00-AB05-809486285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7615F5-9B2A-4C31-8002-866A8A1DE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571585-C7A0-468A-9FB6-E8D9BC10F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8EA280-7C5B-44C5-BFA5-37E68EFF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4A7F8C-F82B-4F5C-9333-A31FCEF2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D3752EC-7BF5-40CD-91C5-C72C7BA5B9C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9146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20C8B-C4C7-4BD0-93E7-321B9BED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6EC9BA-4748-409C-9399-50932CC6C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ADB0FB-3D3A-4A03-8200-28A55921E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48E117-8856-438B-8F7D-A0EE514B6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BADE66-1A29-43FB-BBA3-F7F8B8599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CE810E-C977-4E8A-B11A-D340A7D7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09A379-4F65-4B8B-89E3-30D588AF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F4D069B-10C5-4100-A588-D1542762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43A9EA0-00CD-4FE1-8F84-94664D11F9B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9029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B18003-7D70-4632-9A65-E5F78C816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CD79E7B-A806-4807-978D-D779018E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EB5CF22-0E0F-42A1-9E84-C05848D6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C532EA9-AEF9-42BD-B3E1-ED8423FE4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CA7EEA-0BF1-4148-A2D3-361ACED3885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8638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474D965-C769-4A23-B183-9EE8101A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993C04-3899-4307-8C43-DF353FD91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7AD415-D473-4CA2-AE25-5212249B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37C5AEF-29E9-4AB6-A6A0-3C67B904407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14692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6AB1E-841C-4285-AE97-4D8930D60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C74D04-F152-497F-A982-74E97370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D92108-76DB-4757-9902-4997EA347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5804D1-A6F9-4EDC-AE65-FC5C6819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EB5895-74A1-4CFA-86F2-6D3E1A66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89B285-C62D-4E1A-98B3-AB122AE3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04D3BA1-01EF-432B-A7B1-B10CFF912FF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3413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8521A0-3B55-4948-B7FD-59F18E6B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3218358-E8B0-4C85-B509-9E861EF6B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A34546-654D-4107-B2CE-8B9561E12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78279B-03F9-4E06-B6D9-092B3C2F8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01FFA6B-D5C1-4E52-8C09-C12A1B05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AFBD26-C12A-47F9-943E-75101322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75B05-443C-4420-842D-E10CD8850EC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3150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86372-B6A4-472F-A0B4-F3C35B1E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9ED6FC-C93B-462F-A42A-A3E72FBDD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EAE374-4DFC-476A-A32F-BD6031552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0C4C6D-E600-45A4-87E4-0F78C9482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0D5D26-5BF1-496D-A42D-8ED3D6A7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E82EB8-8230-469F-8B0D-609AE341C24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3037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006FA5-B31D-486F-8F0B-946F213FD0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AADDB2-AEB7-40DF-AFB1-5D6C286B5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7C7264-B0FD-414D-9EE5-C377C14D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18AE2A-3703-4D9F-884B-6F47C0D3F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620DF2-8C66-4E4E-9DD1-D1CE6622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3D7B4B7-B9D8-4D0D-872B-5B6E9592EF8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8548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5DAF7B-8BC6-4CD5-9460-616B1557C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10FB34-7D40-4F59-BCDB-C24B86180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9E60A6-EF9C-4B4B-AE10-38078B26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9E1155-EF96-4C26-BBC8-0C5BB60D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81A448-5AE4-419A-8684-BFF3B6C8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5F5544-B516-4BD6-8C42-6CBD29E86CB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0085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2B940-BDC1-47F5-85CD-BFE15826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7EF396-213C-4DAF-926B-455D63BFB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E6BD53-58A5-4297-BDDF-019B8CD7D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B3CCEF-DF13-41C8-8363-9E97F287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9B15AF-3BB6-402B-AA6A-C1628E83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8252214-6D87-4B74-8284-52BD5442426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3896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0EB627-43D2-4F4E-9570-D088A9823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FB6807-03E5-4C53-AEBF-0656716B2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BFB94B-3709-4E36-A6BF-302F3EA7A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3F7EEC-CD5D-4787-8918-F6B125D2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2824D9-79EA-48C2-A61B-61EED44A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4296984-178B-4855-8483-148AB86AACB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5933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DF3E7-3FA2-4EA0-9879-9EBAEB03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0EC1EE-E442-429D-A1F5-3BC818CF8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0EE1B5-5E4B-46F9-A542-12B2BD2BA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4882FC-CD03-451B-BE86-7571C9B5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32F316-CDDB-4FF7-81CE-8BAB3FCF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7BB058-EF3A-4D1A-B978-0C97054EC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922675B-E063-4661-A453-66F7F6E6AD6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02796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C6883-DB7F-432E-BE27-6B8B76CFF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E507C7-25AB-44DA-A610-E6052C64B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11EB57-EE75-45DB-A40D-6D71E5A73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ECCBEC-0AED-454E-AC28-823E6E6B2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82C5794-5D18-4135-9412-08774F482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DCAB688-C612-469A-8EAF-ED666832E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330AEA2-A4DF-4460-AAE2-65D304F87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463EC4-342A-4F66-A54D-5E7E8902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529ECA-36E9-4C29-80F3-09489C8E34E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2372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F87E5-47FC-474B-AA4F-C06FB206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219DC98-F1BD-4F7F-91F6-072262B2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02E4A0-5EEA-4AAC-9945-EBFD4C6D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4E3E9C2-9668-459D-8F09-2FF16E90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BC8E02-A9D4-4BA9-ABB3-F1DDAA6004D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09405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182DA3D-4DCC-44CF-A592-C567CFF17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FF1B68C-4232-49F5-A155-A34C956E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C62FFA-3331-4CEB-997A-950E17D2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3A23FDD-8104-474F-BAE4-E6933A31CD7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DDED0-8DF4-46D1-A723-B6708537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ED958F-2D3B-421E-A1E2-17B7B027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9397DEC-C693-4873-9CA5-3C7468F06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081BDB-79D1-4497-9153-28A23F52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EDE738-619C-44D2-A30A-DD5E5DC05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F02235-FE5A-4EE8-81A5-D52F3356A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08EECD-EBB0-4D06-8B43-33CACC7E91E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2368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2AE71-B77F-4583-9C63-B16FCF711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0F3CDF-62EC-41A6-A9DF-8AEFC5585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7BEAF6-D671-44C2-BC52-D7F2BE548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890B04-F849-41D0-8AF6-2A152BE6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136455-0C83-4CFA-8DF6-454799CF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E14183-A294-4679-BEE9-F5E0E51F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E51FB8D-179B-4D5E-AF02-50C4C240D12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961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CA793-7A74-43F9-A4CA-59F6AC83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29786C0-F9D6-45EB-A28C-6C77C6935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5B6122-031C-4F33-A991-9B9AF01D7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E7BF0B-4E9D-4BB2-A163-110AA4DF9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68B521-2C05-4E8E-B76F-23702A2B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763F014-5C15-4A56-8EC4-2DEF21D0FAE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1729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A8031B-CB2C-4233-8E80-E4710DCAA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F2F5700-7FFD-4A9C-BD59-319775EAE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D45535-6F01-4C65-962F-D54635451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F4F2C8-415D-487F-8312-648C6C02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B537F1-C543-4F77-AFAB-9C0E7586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96A561D-9D98-4085-B975-397FD69D09B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2524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4B701C-F403-4527-B378-CF6E8B7C0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101810D-56A7-4AF2-9B22-A292446EB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CA91A8-32DC-4FAD-A0A3-F88D5617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85AC83-E65E-42E2-A1FD-7C6A9BE8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D59A6F-3C8A-42AF-AA99-A92603E3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68259EC-B7E2-4812-AEEE-AEEBCA7C578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55060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771E6-00C4-4614-AB57-2E239A42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F932D1-4935-4FFA-BEA8-B6EB5F226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AFE566-7F44-4077-A50B-EA1C94E4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F66F59-CFA0-41BC-80A0-7C12DD7D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F6B3C2-A155-45DF-8432-A95E7405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E0790D-4C51-4FE4-8F95-5530A75C9EB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27084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A5CFA-7351-4BAE-B7FE-286121F5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3E7CDB-20AB-45C6-81B5-D9E5281A0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32369E-2FED-4770-ABCC-8C9489F7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81E504-60F1-47AF-9214-37C0D745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282395-2004-4131-82E4-22347625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D449630-20DE-4D6C-AF30-86A67C01CB1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4245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7B188-CB51-443D-A126-24D46240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4987CC-4B8F-4944-9D64-33FB3A043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6F204C-70B3-47B0-A8BD-167388693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5AB817-F7BE-46B3-9CBD-C7849524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7FFAD4-AB55-4E16-B916-C4DC15F3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31CF25-552C-4616-8E86-AB66F38E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AA10771-5F1D-4A28-9369-2720B0B4468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9293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FA41C-9824-4C49-A88E-43EBC721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B8AA39-D10F-411E-8343-03768B91D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643B1C0-4865-4A9E-BD20-888769C77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F4D2F6-71DE-4747-B878-64CA44B79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F8E72F-5500-4ACB-83D9-368F0EEFA1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38E1A8-D0D4-47B7-B682-E0F52D0C7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C0B462-FB15-4361-B76D-163AF921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29991B-3CB5-49C9-8EA2-C06B48E1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85D691-806F-4D45-9727-0C8B055CFC2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29379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45005-C2CD-4581-9CA2-2D2C5DDF0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D81599-CA7E-432A-967D-5D2862F2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241EC4-459C-40F9-8551-3C9BEEEE6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56D1DB4-4EFA-405C-869F-A12E3E28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69BAF2-8B67-4F76-A73A-BC63B382118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39501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1C05F7-B702-47F1-B8E2-E66D8727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EC64F9A-C960-440F-A31C-FB1A9C58E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AFC106-8DF1-4A95-9C01-4F1AADC0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C83DB59-0D5A-4A95-92A2-E4C4A95BDFC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678881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54DFB-C2D8-4774-AA8C-64961111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BF589-5F26-4A4B-9644-CD1D66D9A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B43487-6D66-45CA-AC4E-14049975A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2AF3A7-4CDC-47E9-AC21-FE8DBE88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B00360-7CAF-4B00-8332-8370E2DE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F34329-129F-4EC4-BF03-84DAEC68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5A46DD4-19F5-4CF0-A878-948BB20F1FF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2530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A1DD69-990B-4F68-AAC1-B06780DE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9AF014A-E133-4DE5-8B2B-B30390D6A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1DC0C7-6EF9-4527-9983-AA6104F76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C2972E-20A8-4726-9258-28CDD8CF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6409D6-1B22-4CB4-B00E-ECEFF4F6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82EED0-20D4-4A21-99AC-51DBD4A0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4521D88-4301-4FAF-B2C8-CEEDF1B2133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83033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BC0E3-DAF8-4A1D-A5BB-A7BE2E85E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0570FD-511F-4BA0-82D8-672CC6E34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B9D909-F618-4571-8942-B2AEA793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DD05E0-AC81-44D4-B97F-1A1CDB7A1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E83922-199E-496D-9386-6D0142DC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7C6DCF-06F9-4201-A922-B34EB8DA5B9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3449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F8C81F3-0523-473C-AD97-B2EE620250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ADEF1D-1BA4-4691-9857-B761C6406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999D7-311F-4521-9C27-FEBD75D6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B25E77-D3D8-4C4C-A3B4-C2961DB3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EF3801-2ED5-438B-89CB-A91FC423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16B9EB-5A23-4CF7-86C3-5740209E188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98664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FA0EA-A4DC-41A4-8268-F6991F9E5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1D39F8-E837-482D-8E71-C2F46A9E7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EBC0BD-D234-4BE5-B2D7-64BEA19B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C574A2-272B-465A-8C40-343AAD7C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A0820C-CBA1-498C-8826-AB0100FEE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84AAB3-E37D-4F49-81EA-B362A50C1FB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6453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6A42D-7DA3-4B15-8D99-F1232DA2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65EC0-E63A-415B-AF84-741B7EA26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002AF3-F237-4BDD-8E29-DBB65B8FD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5E4612-3BC9-4614-8D5C-0468869F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09FAAD-5980-4AAC-AA93-5D3C6795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FE82B4-28B5-4FDD-AFCF-4A019039426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8613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10B64-FF78-4F17-9183-61844409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BC1104-CE5E-4BC4-AD1E-885B9DF78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F68041-3B7B-45FF-B40E-E020BC7A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247E4-8DA1-4B97-A322-88FEA484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6C03F5-4AD2-428F-89A7-CF375ECB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CFA40B-7A70-4FA5-8CF0-CE3E2D2E08D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72308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EC8F8-469A-46B3-BEA1-7C0C17FE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7C19DB-D776-46C5-A35D-BB7FDB893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5D3FEBD-95EF-403D-8FEA-DCEF2C92A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2ED88D-388D-47E5-A4C2-2767DCDC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DAC9C7-79E8-41BC-ADD5-735E8BF1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74B679-234B-499A-A6EE-6386B511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005CE5-83C5-41EB-B5B7-78E9E6EC898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6134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C5DD5-089C-4B48-8054-D14BE6D9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947D7F-6592-48F7-B59A-0F1FFABED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38CBFA-6A27-4258-9C86-D63FD8C27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A210113-6994-4A1C-9A2C-150E5CBF7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F76524-A086-4D87-A93C-9FD2306529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F49AAD6-8E5C-405D-A34C-0F855CC9D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791206-2D5F-4D50-A6FF-854AF0814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6ACBE8-E247-4178-8047-8F54788A5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8C99D5-8657-4CD9-9105-8239FB68971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36540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2520F-C628-4DE3-9799-50F15519F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E7F0DC5-418C-4247-B96A-BB86D720D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4FE4569-F285-40AB-B374-E7481883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373627-EE53-48CC-9328-AA0E0139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30BAAE-87E7-42D0-818F-21EF264CE77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70788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CE1D7C8-A9D9-4E46-8925-C6BC6B42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4751F98-6590-469F-BB46-C8508FD1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EA6F6-C2AA-4D97-AAC2-330B3C90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4443B0-366C-4672-992B-85F650158BB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794682"/>
      </p:ext>
    </p:extLst>
  </p:cSld>
  <p:clrMapOvr>
    <a:masterClrMapping/>
  </p:clrMapOvr>
  <p:hf sldNum="0" hdr="0" ft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83B37B-7EDC-44E8-8A0E-39C1CD9D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AF0EE0-6DFB-4E90-909E-59F0201D1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160E875-8A54-4712-BBE0-7AE24C99C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DA175D-1E10-46ED-8085-C012B6695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8A21B3-28C2-4598-8B06-7788E2EC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7F12F6-5BC7-4ED5-ADB4-A30C7810E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8BA035-4E6B-4DD4-9768-D7EC2802A3A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6204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57975E-8973-4C2C-8CC6-8714D0BC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99DBD5-9F8E-46E9-910F-431BBED4B1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2D50B3-6FA8-4EE2-A153-469941F94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042044-11D8-4B96-A3F2-1B18741A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DAA517-253E-4443-B49A-017D468C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A4EACE-144E-429F-A4CA-0BB622D9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48B60F3-A895-46D1-B495-5D394DBE077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182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9EC92-3FAE-4E2B-82F6-039EF910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4DE0CE-2DD1-4F00-9AA0-CAB5FFD7D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619B10-AC27-40E7-A1A2-8B409B569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9D4F0E-7FF0-4033-8A54-E1CC1857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55D1C8-2936-4B6D-A577-CE2D7B44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3C92CB5-DBBF-4154-8EDC-08F74BA083B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08978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402CEC7-9D6D-419A-BD41-36703604BA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238210-F508-4CC2-910E-7A291EE77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0C867D-93E1-452C-A18E-999390DA8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7CA567-6BB2-4C48-89D0-FB61B9FC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4674B9-1AF9-482C-94DA-FAB3420F1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5C86F54-B832-45A2-9EA8-877847C7B8A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58100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E8577-C399-4458-B1DF-38ED7C595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F9A342-F07D-4B7E-9FE8-AC3805297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0209E0-8608-44C4-989A-6407D009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134286-DE43-4592-8E30-6CC66FCE8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29EEB7-0112-465D-BC2A-A110E197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AFC7241-2A50-49E1-9AE3-797D769C28F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46946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43630-2973-4C3C-8EE9-B3A4C641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FD94CC-92DC-4B71-89AE-CB6762CD8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22B98E-BBB6-4A7A-A58E-CFBA2E99D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5EC6C-6829-4460-9925-5A02D9085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BCA6E6-4435-4384-9859-810B2A1A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9A092A4-9CE5-4F22-82D2-63F81498A81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88582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004A3-8B82-41C5-AF6F-C05FBBE35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2FBDBA-185D-4594-A87B-BF357CBCD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173F66-EB12-4C63-B50F-AC7D2A10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CA690A-0D25-4EEF-B7A6-3244734F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5D5DC5-7183-4B33-A5FC-1EBCD59C0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4C794D-DA85-4E4F-A6E6-E17D50CF1CE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86987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588EF-3FA1-403A-B756-6E6A7BA9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4C911B-68CB-4BE7-BA93-E9E902FEC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592C1A-5A3D-4574-A25F-FE5CF40DE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A41404-2FC7-4B17-8F85-4B96BAAB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2E23F5-CDF8-4E64-A083-A5DDC41A4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85B03D-B8CC-4F8E-B092-AAFE5F36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EBBA816-74F8-4C90-B4FA-7F735106D1B7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43040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C1F3B-EE58-4154-84BC-E236EE44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6CD63-8499-4229-A3A4-159B30893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5AFD7A-8C94-4966-B91E-79C50D2C7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86E03A4-C287-46C0-A166-C13349459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99E2967-BA81-4C0C-BC9F-C590AFAAD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49AF5B-C003-48E5-BA1B-57FBA6D9F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81705E-914F-4DE2-92E3-113C74CC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2EDB203-652B-441D-AE0D-E49E89751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9CD394-F1BC-4AE4-BBA1-36A1AC2B4A6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14279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A2911-1B9D-48E8-B04F-923F7644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DDAE53-B54E-49BF-BEAE-B8FA290B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B2E6D3C-A80B-4CE3-845A-133C7A92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EBD775-9AF8-4B79-9784-AE4F2DE3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6A45CF-9520-48D1-8DD7-F6319FAE68F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41538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F99383B-A713-4D88-A3FC-631FA4C4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9865845-3FF2-407C-893C-ACBFD3EA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9E3560-9388-4BFA-9437-991D05B5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CE73261-DA84-4B6F-B599-32FDAE806B9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21709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58BD2-F9DA-41E8-A442-FCBA945CE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EA8C43-0AF2-434B-AAF8-AA2B1EFD5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687F32-2D53-4D86-9B76-819B77F67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FAB40-188D-41A0-BAB1-152202C6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DF58EF-14EB-47EB-95FD-BD8FA43E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B3D3C1-AC66-4260-B560-A802E28D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121BD4-81A6-4973-8FC6-A22CB43A5D9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0808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FE9DE-4361-4B53-B60C-3C71A1F0F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E70055C-2FC4-421F-BD58-B6384BD75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39989-B802-49B2-90AC-C2B7F1818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894FF2-967D-4D12-8D4B-13CA233C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615BC43-8D86-4BD2-92D7-7AA73069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D414BB-93B6-466A-9CF9-357B02569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7C129FA-1DB8-44D4-8207-C8332BD81B1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91239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D8FEB-8C25-4BCE-8901-013FB245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828FF0-72DA-49A3-A3D0-A9453BCC2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23C45B-A558-4EAF-B2CE-779E7EAD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CB722E-EAE0-465A-A937-D95B492A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6895FA-C881-4CFF-BCA6-4CBFFB3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5D847E4-7B89-4B81-83D1-FB6902BC534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53635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F52197C-3F4A-43AC-A574-CD39020DE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B31BB2-FBE2-4782-8439-73500E368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13E62B-A523-4482-936D-91DE8532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E7A427-64B5-45B1-B394-A339A278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E828FF-C723-4485-A14B-1B8B13EB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9183D5-4E2A-45EA-A857-0DF4FCF2AC4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29826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754436-1107-4DDF-8B0D-603C2DB83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17CEE5-B3B7-442D-A8FC-FFDB7B702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287D06-189A-4A4F-9D50-43C4B2C1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90B580-C2E7-41E5-9A56-CF5E92419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8B380F-EFB1-484F-A1AA-6705E41A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29EF1E-E87C-4317-9EC0-F78E10AEE9F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12513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89023D-FBE7-4D93-A81C-6FB51DD3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0D23C0-F04C-4F64-A276-26895ED8D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D85346-AE46-40DE-8044-F5FACF64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7822F5-DEC5-47F5-99E1-DC2B9594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621D4F-4ECF-4661-9F20-F4532A092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5109094-39FC-4274-809D-85ED8302B2A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91144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AA44C-CA1F-4D47-B905-5095453E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017D74-7EC9-420B-AEF3-60DE82883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D32E6F-C705-41E8-B13A-2DE68619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AD2EF3-981D-4F77-B982-A076A3C8D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5073EE-6D9C-47AB-9BAC-814C0468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0790D0-853A-4505-9C02-948FC7E4B90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70273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08EC0-616D-410A-BEAD-96543D74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91C52D-A8C7-4EF6-9D77-2B0E83E9F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DEA8C8-EF98-4424-91EA-C77CEA8CA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BAE2D4-FD0F-445B-814B-7F66EEBE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372793-EB7D-494B-B351-DCD101A4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85EB80-B1B6-42BE-9FFC-C5A3566B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CEE999A-8BE9-474F-9D08-3DE53B6869F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80382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5595C-FA17-4938-867D-52CAA7CB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95FEE4-F038-4966-9471-4977C12D9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765C08-5AB5-4517-B97D-2837D4CEF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8451548-E157-4F09-8556-4A922FB768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D965D1D-348F-43FE-815B-1B9C7E62A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CF10A30-D35F-441F-8BAC-6A43BC9C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A978FE-CFDC-403B-9C7E-E0EB3D95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79480AE-E208-4542-A824-BD2E062C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AE638F-1BD4-40F4-AE37-8583958BA53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99301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61326-AAA7-45EC-8AB7-70BA9C2EF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AE7DE3F-7575-4C9B-A1F5-AA1D1B3E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19A220-2EE6-47A1-AFC5-5CB35729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C3EE5D-2D44-48BB-B5FB-6ACB25E9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462FCC7-C221-4088-963C-553D50B7794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43314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FCBF757-8A57-467C-B270-8053E0E7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3CCC5C-8ACE-4BEB-89D9-E5FA6C8C5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552B2F-02DD-439D-B3F0-EBD5B3A0D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D522C8A-9648-4116-A871-57140BB8FCA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925463"/>
      </p:ext>
    </p:extLst>
  </p:cSld>
  <p:clrMapOvr>
    <a:masterClrMapping/>
  </p:clrMapOvr>
  <p:hf sldNum="0" hdr="0" ft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C2441E-C223-4FB0-A6DD-35D105AF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1B1AD7-3687-42A3-B550-2BA40CBB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094FB7-9187-4994-81CD-E9F69367A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1D63D6-7EB5-4A23-894F-17AA57DA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FAE6A-70F8-4D65-9F01-8F50DF9BC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37E76C-D1B5-4934-BEE7-459D7175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D5AFB6-0BF9-4D1B-82E6-375941C211D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22879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EFCFBA-B088-453E-8642-DB8A6822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C5FCA01-E89D-4A5F-92AC-933620E5A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6DC02B-2801-4564-83DB-2E37F5C2A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562E4E-3693-40DC-9F2B-63B59F960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AE47CF-44F4-4648-BB8E-11FD897C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702369-0E8A-40DE-8637-0D735181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175F8AE-EF6D-46F4-ADCE-392AD12B6A2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72138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3C96A-2B2C-4180-9F0F-A9230419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6E6EDB-16D2-4A0B-9865-59E4D6D40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38FB69-0945-45A7-876A-6A3543B35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1843AD-70E4-491C-9286-CA2A39AC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0C92DF-9E91-444F-9885-B059C1AC3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C74184-DF22-4771-A2F4-B60A8929F502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07319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CF2E079-7A83-41BB-8867-1C0068BC6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E0C7A8-5A95-4A91-8D05-1FD124A38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E00503-EFE0-478B-992F-47F4849D2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B340BB-95B9-439F-92D5-260B4C161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C3A175-A6E5-4DDC-BE39-40D2F77BF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2E6B64-5721-4B5A-8CEC-A278177D389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31728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3A498-EF04-4E60-96F5-0F4B9B80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E38531-7734-4263-869A-88DABC5A8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AA8350-3462-47EB-B321-10E3CF80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49A2DC-D51D-4E55-8F63-4DB1AD53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329F0F-8C18-4269-A94A-94E7ACE6E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0FC51C9-D3A9-4377-9E5E-04F9C2CFA195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46586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39CD9-5978-4A9D-84E1-8667DFF9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E3E0FF-B5CB-4FC8-9BAA-AC6A8CF5E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F0AF34-543D-42AF-9D61-3617E53B9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DC630A-5AC6-4E61-B210-E10C9862B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84DE4B-8C74-4434-9D0E-29C7FCF7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5AF7A9-2BE6-4664-B89D-B7CE4F2B187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32888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131EB-EB8B-4307-B777-469EABB2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520B6D-6EC8-4260-9FC5-0AAAEE41B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534964-A3B0-4CFD-9251-C51CEBC4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C2A39A-4C9B-4F50-8EB7-6A45015B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B40A3B-2E4D-44D3-8861-33A58C9E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5DA949-0F86-4BB2-8D0F-54188940B769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05857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A6FB9-4B43-4CF8-A85A-F1503447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356A81-EA7A-4C0F-8030-21BF36E94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7700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8AAB25-9127-4700-8305-AF9CC57E7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7150"/>
            <a:ext cx="4459287" cy="32877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1EF6AA-F04F-4A01-B985-A2FFEEEA0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6651E6-7709-472A-974F-6BFA81882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98AC83-7AC9-4880-92ED-B83271F5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1B7059-7D8E-49B2-ACF5-C6463FE0F2E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0235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A2378-B833-4470-B314-20CB540F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30BB6D-227A-40B4-868D-FB5DC8169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952E41-9EEC-4473-BDF2-767C1BD86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E51092E-F908-4BA6-BDD9-28CDE4078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31B5BBC-0F03-4F2A-B2A9-F3DF37C67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09EB6EB-1403-4420-A806-8C9953323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4C067B6-3C5C-4D26-B98A-E2FFBCFC7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51450C-2D1D-40F8-ADAC-81E4CA8F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4416DD8-AE10-4706-AD4D-6FD3D2C9159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96903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83B52-0F95-4934-91F8-4ACC3263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C41FA4-2AC2-4429-8A2E-614023C4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B31CE2-A112-4969-BAEB-5614E737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A57B74E-D99E-4197-8F96-760DCD60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6AFBD0-D23E-4951-86F7-4C0344E72D3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98567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899D564-B18A-49FC-A719-A1F46218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5B05812-0833-4ECA-870B-0D93DB714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837CFF-BFC1-481B-8EA3-2FC4687D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973D731-4E8D-4C12-A25A-B4822A75B25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14294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6E434-70C6-4BD1-8B7C-A9AD560A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5B15A3-72B5-40C0-89F6-24CEACC0B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CE1B15-9280-4B98-A3B8-51CE735FA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B71AA4-147C-4931-B69F-D69E5C1E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574B89-6C68-4D50-BD1A-59C1778B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496647-61CB-4F1C-BE53-E7960039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C9E8EED-2E0B-456B-A37A-3845AFE017EA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62841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375EC-A56C-4946-829F-03E80A2B3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3E6CC1-BB1D-4967-938B-FCA3858EE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7CC745-6ADC-4281-9D23-C6D161FCE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85A731-CB29-408C-982D-8A9DAF2E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382B2E-FF78-4C5E-BEAB-80AD5C5C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72DC17-0A72-44BF-8E1B-1798DD4A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2B0D6A1-2FE7-4239-A6DC-867B65A250F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70563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7DC2F-F1F1-4C92-9A48-7D417A13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51D0DB-07DC-4364-8745-FC0B8F6C0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08B782-E3F6-4B52-9131-2241448F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C82F69-D8ED-4128-8C43-E81CCE654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FEDE1A-4F68-4CF1-AB0C-7BE9FF7DE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0ACF32-B55B-4161-9BF6-BF81064A9BA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96076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BFAB74-8CDC-4BEA-9C13-20982ABBD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EC87A0-898B-4CD5-BF39-80D06FF4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62D090-D1AF-4A6A-8931-48016F20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321102-95EE-4BA4-AB3C-E7C0D5DAB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013549-192A-4945-9765-7E9482CE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D3EB3C3-9F17-493C-93F1-C6C7E1264FBD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665103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10BF39-A5A5-4B10-A11C-FA389B681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2F3EDD-1B23-4853-9B90-151B11F76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9C55B0-4002-4AAD-B69E-F4BCA6F5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4D3DCF-9E4E-42B0-9309-3236FA63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BD455F-26E0-452B-87E0-57D0E7AD6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AC269D-4F67-4A18-A155-6AB721DB38F8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2170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D0E02A-289D-4EDF-A4E7-A924B42C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454FC9-1386-4238-90F6-7ACE45410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714A24-26DB-48EC-BB22-2496658A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FD33BF-4774-4C10-AA73-139B0AAF6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B564E1-ACA6-4796-A4BF-D96F8C24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E7D15C-C862-472E-BB89-B23AB247585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21018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40E26-22C0-479F-9512-4824CFA20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9EEDD3-0DAF-4912-BA7F-23DD746EF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8F8BC7-60E7-4EF3-9B10-33262739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223E78-7CAF-4731-9565-0D3E9C95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567671-CF3D-4AF4-8D4F-9F192D0E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993D8A0-17B4-486E-817A-28D97839F580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24850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8EA526-7304-458D-801B-6BDDC823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715155-778F-4E5F-B4B1-F4232CC32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5563"/>
            <a:ext cx="4457700" cy="3289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BEFA71-AB26-4EDE-A6BB-8D87E7060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3338" y="1325563"/>
            <a:ext cx="4459287" cy="3289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F54019-65ED-43C4-8733-6467C0C1C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C4E798-26B7-4FD6-AF28-9BFB9BEE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AB10ED-3E37-403D-8CE4-CDEE6954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ED6367C-06DD-48D6-955F-E19C525E62EB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89060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F43A9-D499-4637-94D2-B13BBEEE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B69BB7-A42F-4B34-A9C7-C6432641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8175EE-4C07-4A5F-A27A-2C262CFEF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4C6E52-B680-4252-935F-D136E0067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C8BB82D-4E84-4AE4-8A21-118346C37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3AA52B-0033-488A-A37F-ACA4C8B5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CE401A1-BDE4-4626-A5ED-D003472C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9823A02-D56C-4685-89DB-2213ED5A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5ECEF2-E13D-4FAA-BB1D-680CCA76ECB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30274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4A7CD-33AA-4DBB-8254-49548860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153D00A-44D7-476A-9DB0-931C1886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5A45AE-0668-455A-A71D-584AF5B8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EC82D95-18A9-4155-BE70-94F0BE58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74953B-3F8E-4FF1-B886-39131A0F73F3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96058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F5D2254-F9A1-4E65-B490-FEEE6C002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8C62A0-D896-4913-8475-912BC361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FEF18E-FDF0-40AC-88D1-1BF25183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61AD8A-CD91-4625-B061-4CBBF1A32154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87928"/>
      </p:ext>
    </p:extLst>
  </p:cSld>
  <p:clrMapOvr>
    <a:masterClrMapping/>
  </p:clrMapOvr>
  <p:hf sldNum="0" hdr="0" ftr="0" dt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E3FE3-0529-43C9-843F-98C7E13A1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67994F-CBD9-4ABD-A822-AFBB88BF1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CCEBA2-DBFD-45AC-981A-4C610A743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0E1C5F-078B-4CFC-96D7-E1D4F3CC1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E8AA0F-66A9-4D66-8913-71D2100F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83566DC-0D4F-40F1-AD3C-74A13D35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54D999B-31E0-41AD-80E0-A95D3C2F327C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87050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A4962-9B38-47BE-81A1-2F59934FC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3E788A7-CEF6-40E8-8252-90C979DCD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39A300-79E1-4B08-BE3E-BC96E9135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C1E422-DD6D-452C-87CF-97644BD9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42E71E-779C-4236-8FF5-C26108806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2DCBDB-D3F0-4BE0-AE2B-55D6E9F5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0548ED-6DF6-449C-9355-60463834AD9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416851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DEB065-1C69-443B-8EE3-502714D5A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F88431-0C8F-4D24-83DE-2F0B0925A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31AFB2-1ED1-4C82-A0F9-FD474F4D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66D878-86F3-4903-9119-A5C51F74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FB4991-2591-4EBA-ACC5-15B4FC20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C159C50-D414-416F-94F1-BBE4178B0D31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40132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D77F8C5-5C40-4F52-B9D1-6261E9A9C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5675" y="225425"/>
            <a:ext cx="2266950" cy="43894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A7B251-34E0-4BFF-A668-978BB99CB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0037" cy="43894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932C24-B022-4CFA-9D15-B9FBAC5C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BC58E8-DB7E-4F92-A55B-347309D4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3722ED-59AF-46C0-BE8F-96F86815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F2231B6-DE07-462A-A2AA-50CE4E44D7D6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55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4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08B3D-EC1F-4811-94DA-78E8ED3398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spAutoFit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C59897-B6D1-4DF8-B57B-B35255119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240"/>
            <a:ext cx="9068760" cy="328787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indent="0" algn="ctr" rtl="0" hangingPunct="0">
        <a:lnSpc>
          <a:spcPct val="100000"/>
        </a:lnSpc>
        <a:spcBef>
          <a:spcPts val="0"/>
        </a:spcBef>
        <a:spcAft>
          <a:spcPts val="0"/>
        </a:spcAft>
        <a:tabLst/>
        <a:defRPr lang="ru-RU" sz="3200" b="0" i="0" u="none" strike="noStrike" kern="1200" cap="none" spc="0" baseline="0">
          <a:ln>
            <a:noFill/>
          </a:ln>
          <a:solidFill>
            <a:srgbClr val="3A8C93"/>
          </a:solidFill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09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8A6E4F06-EB82-49FD-9733-CB16A0D67447}"/>
              </a:ext>
            </a:extLst>
          </p:cNvPr>
          <p:cNvSpPr/>
          <p:nvPr/>
        </p:nvSpPr>
        <p:spPr>
          <a:xfrm>
            <a:off x="0" y="0"/>
            <a:ext cx="10076760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D84A1">
              <a:alpha val="45000"/>
            </a:srgbClr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0" tIns="0" rIns="0" bIns="0" anchor="ctr" anchorCtr="0">
            <a:noAutofit/>
          </a:bodyPr>
          <a:lstStyle/>
          <a:p>
            <a:pPr lvl="0" rtl="0" hangingPunct="0">
              <a:buNone/>
              <a:tabLst/>
            </a:pPr>
            <a:endParaRPr lang="ru-RU" sz="2400" kern="1200">
              <a:latin typeface="Noto Sans" pitchFamily="34"/>
              <a:ea typeface="Cantarell" pitchFamily="2"/>
              <a:cs typeface="Nimbus Sans" pitchFamily="2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E829C16-885D-44FC-824C-6104D4ECD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ABF062-5DC4-4CAF-8AA7-4424C9A83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B3EE8D-710F-4305-B3D8-3DBFBA41F45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3B4CD6-9D34-44BF-AABC-AF74F30527C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6654AC-46AE-4AAF-92B8-9671AD1CCC9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796064E1-B843-4B20-B12D-4524095D2CD9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hangingPunct="0">
        <a:tabLst/>
        <a:defRPr lang="ru-RU" sz="4400" b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B4B6A8D6-7A24-4216-A0F0-763CF9319360}"/>
              </a:ext>
            </a:extLst>
          </p:cNvPr>
          <p:cNvPicPr>
            <a:picLocks noMove="1" noResize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360" y="360"/>
            <a:ext cx="24678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DA87DB-0594-440A-B0E9-D25048B138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E45454B-3C42-48FE-8EC2-1CF4886F4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5DF883-9046-4B31-B227-DA1976CC60C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40CA40-D4C5-45D6-877E-897E1B1C6F9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E7D04F-761A-4F50-ACC7-291EE8D2D8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DF5B7222-90AF-4BD2-BE03-F6FD2A320C01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B26BB384-67A3-4DDB-978C-EB5A662C4388}"/>
              </a:ext>
            </a:extLst>
          </p:cNvPr>
          <p:cNvPicPr>
            <a:picLocks noMove="1" noResize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5943600" y="3475440"/>
            <a:ext cx="4111200" cy="219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">
            <a:extLst>
              <a:ext uri="{FF2B5EF4-FFF2-40B4-BE49-F238E27FC236}">
                <a16:creationId xmlns:a16="http://schemas.microsoft.com/office/drawing/2014/main" id="{5601942E-1517-4545-BF94-06291EFD6FC1}"/>
              </a:ext>
            </a:extLst>
          </p:cNvPr>
          <p:cNvPicPr>
            <a:picLocks noMove="1" noResize="1"/>
          </p:cNvPicPr>
          <p:nvPr/>
        </p:nvPicPr>
        <p:blipFill>
          <a:blip r:embed="rId14">
            <a:lum/>
            <a:alphaModFix/>
          </a:blip>
          <a:srcRect/>
          <a:stretch>
            <a:fillRect/>
          </a:stretch>
        </p:blipFill>
        <p:spPr>
          <a:xfrm>
            <a:off x="5852160" y="360"/>
            <a:ext cx="2742840" cy="20113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9E7DDDC-E052-446E-8A85-2B6068F692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0A36D25-2D43-4B0C-AD12-43312DAE4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5C3DB1E-FCF7-4CDE-B68A-15C0E3A9C58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395B99A5-75CF-470A-AAFC-7A27A69A562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867A4B26-9C4C-4C7B-B739-56915616811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740D3D9C-AE07-4E9C-A317-8469566C6464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9B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F414DC95-309D-4BDD-8586-FFA6438605C4}"/>
              </a:ext>
            </a:extLst>
          </p:cNvPr>
          <p:cNvSpPr/>
          <p:nvPr/>
        </p:nvSpPr>
        <p:spPr>
          <a:xfrm>
            <a:off x="0" y="365760"/>
            <a:ext cx="338328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D1500E5-9CAC-4434-A3EC-97F939676B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7F3AC5-493A-4884-BBE1-B9EBA7D16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5CA31F-9960-4EB3-8146-8DA72B0D7E4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58F307-4D43-4E6C-8636-C896054A28A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81001-F874-426A-99D7-B80D6CA619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8B06CBF5-1D26-4DF6-9FAE-264FDC152022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7E80D9ED-831F-4BF3-BC4E-A276632D6729}"/>
              </a:ext>
            </a:extLst>
          </p:cNvPr>
          <p:cNvSpPr>
            <a:spLocks noMove="1" noResize="1"/>
          </p:cNvSpPr>
          <p:nvPr/>
        </p:nvSpPr>
        <p:spPr>
          <a:xfrm>
            <a:off x="4115159" y="4846320"/>
            <a:ext cx="5961600" cy="8226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561" h="2286">
                <a:moveTo>
                  <a:pt x="0" y="2286"/>
                </a:moveTo>
                <a:lnTo>
                  <a:pt x="16561" y="2286"/>
                </a:lnTo>
                <a:cubicBezTo>
                  <a:pt x="16561" y="2286"/>
                  <a:pt x="16561" y="762"/>
                  <a:pt x="16561" y="0"/>
                </a:cubicBezTo>
                <a:cubicBezTo>
                  <a:pt x="11041" y="729"/>
                  <a:pt x="5520" y="1457"/>
                  <a:pt x="0" y="2186"/>
                </a:cubicBezTo>
                <a:cubicBezTo>
                  <a:pt x="0" y="2219"/>
                  <a:pt x="0" y="2286"/>
                  <a:pt x="0" y="2286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85C8EDDD-092A-4C24-AA12-CBDF8DA22B0B}"/>
              </a:ext>
            </a:extLst>
          </p:cNvPr>
          <p:cNvSpPr>
            <a:spLocks noMove="1" noResize="1"/>
          </p:cNvSpPr>
          <p:nvPr/>
        </p:nvSpPr>
        <p:spPr>
          <a:xfrm>
            <a:off x="360" y="0"/>
            <a:ext cx="10076400" cy="1645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991" h="4572">
                <a:moveTo>
                  <a:pt x="27991" y="0"/>
                </a:moveTo>
                <a:cubicBezTo>
                  <a:pt x="18661" y="0"/>
                  <a:pt x="0" y="0"/>
                  <a:pt x="0" y="0"/>
                </a:cubicBezTo>
                <a:cubicBezTo>
                  <a:pt x="0" y="0"/>
                  <a:pt x="0" y="3048"/>
                  <a:pt x="0" y="4572"/>
                </a:cubicBezTo>
                <a:cubicBezTo>
                  <a:pt x="9330" y="3081"/>
                  <a:pt x="18661" y="1591"/>
                  <a:pt x="27991" y="100"/>
                </a:cubicBezTo>
                <a:cubicBezTo>
                  <a:pt x="27991" y="164"/>
                  <a:pt x="27991" y="227"/>
                  <a:pt x="27991" y="291"/>
                </a:cubicBezTo>
                <a:cubicBezTo>
                  <a:pt x="27991" y="301"/>
                  <a:pt x="27991" y="310"/>
                  <a:pt x="27991" y="320"/>
                </a:cubicBezTo>
                <a:lnTo>
                  <a:pt x="27991" y="321"/>
                </a:lnTo>
                <a:lnTo>
                  <a:pt x="27991" y="320"/>
                </a:lnTo>
                <a:cubicBezTo>
                  <a:pt x="27991" y="319"/>
                  <a:pt x="27991" y="318"/>
                  <a:pt x="27991" y="317"/>
                </a:cubicBezTo>
                <a:cubicBezTo>
                  <a:pt x="27991" y="310"/>
                  <a:pt x="27991" y="304"/>
                  <a:pt x="27991" y="297"/>
                </a:cubicBezTo>
                <a:cubicBezTo>
                  <a:pt x="27991" y="198"/>
                  <a:pt x="27991" y="99"/>
                  <a:pt x="27991" y="0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CB8972E-D54F-4DC2-94D5-EEFEC01197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C31DC5-FAA7-441F-A2A4-9AABCD58C6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EE50A432-43F7-4920-A0D0-42ABC86A430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9E9B7C1-899C-419C-A1B8-A0D8F00F3C3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E396F7B-B2E0-487D-8568-83BC70C231D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BD26A550-6594-4DCC-9639-8537E274951F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279E95C4-43B1-424F-BFB6-FCBDC2251D18}"/>
              </a:ext>
            </a:extLst>
          </p:cNvPr>
          <p:cNvSpPr/>
          <p:nvPr/>
        </p:nvSpPr>
        <p:spPr>
          <a:xfrm>
            <a:off x="0" y="365760"/>
            <a:ext cx="3240000" cy="579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2D61EDF-9425-4EF9-B23C-B9BFE2D49E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46378B-24EC-45D7-8E95-C540966BD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91D348-D87C-4004-B9CF-B7D00DE9C7E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31DFE2-6EE3-44A2-9BC6-2949EF831A9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4BEADD-3F98-4B62-BE72-A6A2E2A61ED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6CA1EF6F-B616-4B5F-8334-ABA8A73C5704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6FE6B300-BF6D-4F24-A03B-8A2A5EB8FAC4}"/>
              </a:ext>
            </a:extLst>
          </p:cNvPr>
          <p:cNvSpPr>
            <a:spLocks noMove="1" noResize="1"/>
          </p:cNvSpPr>
          <p:nvPr/>
        </p:nvSpPr>
        <p:spPr>
          <a:xfrm>
            <a:off x="852228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CE7C65D-7F1C-48C3-B84F-7DF93A02B1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94750E-AD0E-4087-B286-E03B8710F8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32E1A8-4EFA-4434-86D5-21BCF0E4D24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58CA4E-C91D-4C1D-A16D-F19011E7FEC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5BCA68-D30A-4604-9336-5E0F16675F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9D15ABFE-9B3C-4575-B76E-A19BD851A579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EBBC5449-F0C2-4EEA-8E91-5E8A3CEA7779}"/>
              </a:ext>
            </a:extLst>
          </p:cNvPr>
          <p:cNvSpPr>
            <a:spLocks noMove="1" noResize="1"/>
          </p:cNvSpPr>
          <p:nvPr/>
        </p:nvSpPr>
        <p:spPr>
          <a:xfrm rot="10800000">
            <a:off x="7608600" y="36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9A7FEC5D-6C60-4030-9F5D-3D1989933D21}"/>
              </a:ext>
            </a:extLst>
          </p:cNvPr>
          <p:cNvSpPr>
            <a:spLocks noMove="1" noResize="1"/>
          </p:cNvSpPr>
          <p:nvPr/>
        </p:nvSpPr>
        <p:spPr>
          <a:xfrm>
            <a:off x="-35640" y="0"/>
            <a:ext cx="2468519" cy="56689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858" h="15748">
                <a:moveTo>
                  <a:pt x="0" y="15748"/>
                </a:moveTo>
                <a:cubicBezTo>
                  <a:pt x="0" y="10499"/>
                  <a:pt x="0" y="5249"/>
                  <a:pt x="0" y="0"/>
                </a:cubicBezTo>
                <a:cubicBezTo>
                  <a:pt x="677" y="0"/>
                  <a:pt x="4572" y="0"/>
                  <a:pt x="6858" y="0"/>
                </a:cubicBezTo>
                <a:cubicBezTo>
                  <a:pt x="4605" y="5249"/>
                  <a:pt x="2353" y="10499"/>
                  <a:pt x="100" y="15748"/>
                </a:cubicBezTo>
                <a:cubicBezTo>
                  <a:pt x="67" y="15748"/>
                  <a:pt x="677" y="15748"/>
                  <a:pt x="0" y="15748"/>
                </a:cubicBezTo>
                <a:close/>
              </a:path>
            </a:pathLst>
          </a:custGeom>
          <a:solidFill>
            <a:srgbClr val="0D84A1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A0228AC-F3C2-431D-94D0-780A975857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17F25BE-9BA6-43E2-8374-470F5F398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1F2C4E02-3C64-4889-B6DD-BF503435794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E12B551-5C6C-4C76-8EA8-65BCC58CF4D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8454498-42F7-4B81-BACB-29F5DD69103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E7BC186E-7F40-4F46-960A-63A9C646E598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FCCEDF04-9BA5-4CE7-8EFB-D1FF841BFC72}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554479" cy="5669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499BE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EABF803-3AC8-452D-A113-0F5500628D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6080"/>
            <a:ext cx="9068400" cy="9460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5E06DB-8619-4FBC-9296-C04CB7FF72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600"/>
            <a:ext cx="9068400" cy="328752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4DEED7-10F8-45D4-8FFC-1D78BFC56E8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FB7EAC-6997-472C-8E24-B3A2EDC4021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1ACDD6-9BE8-41E5-A855-25BFA697D65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20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oto Sans" pitchFamily="34"/>
                <a:ea typeface="Cantarell" pitchFamily="2"/>
                <a:cs typeface="Nimbus Sans" pitchFamily="2"/>
              </a:defRPr>
            </a:lvl1pPr>
          </a:lstStyle>
          <a:p>
            <a:pPr lvl="0"/>
            <a:fld id="{68179A70-C40B-46BF-A2A5-CD06DC6FC6CF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rtl="0" hangingPunct="0">
        <a:tabLst/>
        <a:defRPr lang="ru-RU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</p:titleStyle>
    <p:bodyStyle>
      <a:lvl1pPr marL="0" marR="0" indent="0" rtl="0" hangingPunct="0">
        <a:spcBef>
          <a:spcPts val="1414"/>
        </a:spcBef>
        <a:spcAft>
          <a:spcPts val="0"/>
        </a:spcAft>
        <a:tabLst/>
        <a:defRPr lang="ru-RU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424937-B58E-4EEA-B38B-1CDAE4D13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F985B8-CC69-4132-8044-C62678725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640" y="1326240"/>
            <a:ext cx="9068760" cy="3287879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46C466-6954-4BD3-BF3D-6EC43715046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ru-RU" sz="1400" kern="1200">
                <a:latin typeface="Nimbus Roman" pitchFamily="18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8C108D-03B8-4178-89A8-0899B537480A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ru-RU" sz="1400" kern="1200">
                <a:latin typeface="Nimbus Roman" pitchFamily="18"/>
                <a:ea typeface="Cantarell" pitchFamily="2"/>
                <a:cs typeface="Nimbus Sans" pitchFamily="2"/>
              </a:defRPr>
            </a:lvl1pPr>
          </a:lstStyle>
          <a:p>
            <a:pPr lvl="0"/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D6274-156E-4C51-976D-20BB6E915A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48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ru-RU" sz="1400" kern="1200">
                <a:latin typeface="Nimbus Roman" pitchFamily="18"/>
                <a:ea typeface="Cantarell" pitchFamily="2"/>
                <a:cs typeface="Nimbus Sans" pitchFamily="2"/>
              </a:defRPr>
            </a:lvl1pPr>
          </a:lstStyle>
          <a:p>
            <a:pPr lvl="0"/>
            <a:fld id="{082A0551-FD3C-4143-8146-2B66323FF389}" type="slidenum"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rtl="0" hangingPunct="0">
        <a:tabLst/>
        <a:defRPr lang="ru-RU" sz="414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</a:defRPr>
      </a:lvl1pPr>
    </p:titleStyle>
    <p:bodyStyle>
      <a:lvl1pPr rtl="0" hangingPunct="0">
        <a:tabLst/>
        <a:defRPr lang="ru-RU" sz="2400"/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7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70555-E89D-4800-827F-83DB550F6A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63639" y="578160"/>
            <a:ext cx="8939880" cy="2490840"/>
          </a:xfrm>
        </p:spPr>
        <p:txBody>
          <a:bodyPr/>
          <a:lstStyle/>
          <a:p>
            <a:pPr lvl="0"/>
            <a:r>
              <a:rPr lang="ru-RU" sz="2800" b="1">
                <a:solidFill>
                  <a:srgbClr val="FFFFFF"/>
                </a:solidFill>
              </a:rPr>
              <a:t>Создание приложения «Телеграм-бот — персональный ассистент для управления устройствами «умного» дома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FAE017-9F74-4379-BA22-674E459B598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16840" y="3483360"/>
            <a:ext cx="8723160" cy="1541160"/>
          </a:xfrm>
        </p:spPr>
        <p:txBody>
          <a:bodyPr anchor="ctr">
            <a:normAutofit fontScale="77500" lnSpcReduction="20000"/>
          </a:bodyPr>
          <a:lstStyle/>
          <a:p>
            <a:pPr lvl="0" algn="l">
              <a:lnSpc>
                <a:spcPct val="115000"/>
              </a:lnSpc>
            </a:pPr>
            <a:r>
              <a:rPr lang="ru-RU" sz="2200">
                <a:solidFill>
                  <a:srgbClr val="FFFFFF"/>
                </a:solidFill>
              </a:rPr>
              <a:t>Презентация к дипломному проекту.</a:t>
            </a:r>
          </a:p>
          <a:p>
            <a:pPr lvl="0" algn="l">
              <a:lnSpc>
                <a:spcPct val="115000"/>
              </a:lnSpc>
            </a:pPr>
            <a:r>
              <a:rPr lang="ru-RU" sz="2200">
                <a:solidFill>
                  <a:srgbClr val="FFFFFF"/>
                </a:solidFill>
              </a:rPr>
              <a:t>Специальность Искусственный Интеллект.</a:t>
            </a:r>
          </a:p>
          <a:p>
            <a:pPr lvl="0" algn="l">
              <a:lnSpc>
                <a:spcPct val="115000"/>
              </a:lnSpc>
            </a:pPr>
            <a:r>
              <a:rPr lang="ru-RU" sz="2200">
                <a:solidFill>
                  <a:srgbClr val="FFFFFF"/>
                </a:solidFill>
              </a:rPr>
              <a:t>Группа 4603</a:t>
            </a:r>
          </a:p>
          <a:p>
            <a:pPr lvl="0" algn="l">
              <a:lnSpc>
                <a:spcPct val="115000"/>
              </a:lnSpc>
            </a:pPr>
            <a:r>
              <a:rPr lang="ru-RU" sz="2200">
                <a:solidFill>
                  <a:srgbClr val="FFFFFF"/>
                </a:solidFill>
              </a:rPr>
              <a:t>Студент Митрошин Сергей Олегович</a:t>
            </a:r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9CD86B6-AD42-4BE2-8DA5-6A4564D2ED55}"/>
              </a:ext>
            </a:extLst>
          </p:cNvPr>
          <p:cNvSpPr/>
          <p:nvPr/>
        </p:nvSpPr>
        <p:spPr>
          <a:xfrm>
            <a:off x="842400" y="3206160"/>
            <a:ext cx="6492240" cy="0"/>
          </a:xfrm>
          <a:prstGeom prst="line">
            <a:avLst/>
          </a:prstGeom>
          <a:noFill/>
          <a:ln w="38160">
            <a:solidFill>
              <a:srgbClr val="FFFFFF"/>
            </a:solidFill>
            <a:prstDash val="solid"/>
          </a:ln>
        </p:spPr>
        <p:txBody>
          <a:bodyPr vert="horz" wrap="none" lIns="109080" tIns="64080" rIns="109080" bIns="6408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C29CE0-51F5-4904-A3F3-83F1F8F54A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План выступления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139383-CC11-41D0-9FB8-360F9AA8BA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noFill/>
          <a:ln>
            <a:noFill/>
          </a:ln>
        </p:spPr>
        <p:txBody>
          <a:bodyPr vert="horz">
            <a:normAutofit fontScale="92500" lnSpcReduction="20000"/>
          </a:bodyPr>
          <a:lstStyle/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Обоснование концепции, темы и цели проекта.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Обоснование стека. Почему Telegram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Технологии ИИ в проекте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Построение приложения.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Построение аппаратного бота-контроллера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Финансовое обоснование. Сметы реальных проектов.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Дальнейшее развитие проекта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Использование наработок в других проектах.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3F812-B03D-45A8-8339-891F56E0DF6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Концепции «умного» дома.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8BBF2B94-851F-489A-8DE5-FC343CD9E29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0000" y="1620000"/>
            <a:ext cx="5569920" cy="3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28D7397E-503D-44DC-BACF-0593780EF09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00000" y="1686599"/>
            <a:ext cx="3420000" cy="3533400"/>
          </a:xfrm>
          <a:noFill/>
          <a:ln>
            <a:noFill/>
          </a:ln>
        </p:spPr>
        <p:txBody>
          <a:bodyPr vert="horz">
            <a:normAutofit lnSpcReduction="10000"/>
          </a:bodyPr>
          <a:lstStyle/>
          <a:p>
            <a:pPr lvl="0">
              <a:spcBef>
                <a:spcPts val="1414"/>
              </a:spcBef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1. Максимальный охват при максимальной автоматизации всего.</a:t>
            </a:r>
          </a:p>
          <a:p>
            <a:pPr lvl="0">
              <a:spcBef>
                <a:spcPts val="1414"/>
              </a:spcBef>
            </a:pPr>
            <a:endParaRPr lang="ru-RU" sz="2000" kern="1200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lvl="0">
              <a:spcBef>
                <a:spcPts val="1414"/>
              </a:spcBef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2. Максимальная полезность при минимальной себестоимости. Особенно востребовано для людей с физическими ограничениями.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D02CD-7C55-48D8-97F5-91D0F6F48C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Почему Telegram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208B57-601B-45BC-8504-FE4A5D71A4F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39999" y="3780000"/>
            <a:ext cx="7443415" cy="1733760"/>
          </a:xfrm>
          <a:noFill/>
          <a:ln>
            <a:noFill/>
          </a:ln>
        </p:spPr>
        <p:txBody>
          <a:bodyPr vert="horz">
            <a:normAutofit lnSpcReduction="10000"/>
          </a:bodyPr>
          <a:lstStyle/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Требуется написание GUI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Требуется связи между всеми устройствами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Требуется менеджмент очереди сообщений.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Требуются дополнительные протоколы (MQTT, </a:t>
            </a:r>
            <a:r>
              <a:rPr lang="ru-RU" sz="2000" kern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Gigbee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ru-RU" sz="2000" kern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итд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1CF1888A-2186-49DB-9322-4BD3178A277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00000" y="1620000"/>
            <a:ext cx="1495439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C0A0AC14-C85C-4A97-9F24-903B9F78052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673360" y="1458360"/>
            <a:ext cx="926640" cy="826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33AD85C5-D70E-429D-B4F0-0DD4F891B20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800000" y="2622600"/>
            <a:ext cx="1620000" cy="2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52DEFE3C-3036-4227-87FA-5944AB2E9CA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80000" y="2160000"/>
            <a:ext cx="466200" cy="761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2462E5EF-9BBB-418C-978B-177D626F3DD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4069440" y="1172160"/>
            <a:ext cx="2022479" cy="20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43CB4D29-4DBD-419F-AFE3-0ED37911132B}"/>
              </a:ext>
            </a:extLst>
          </p:cNvPr>
          <p:cNvSpPr/>
          <p:nvPr/>
        </p:nvSpPr>
        <p:spPr>
          <a:xfrm>
            <a:off x="583200" y="1400400"/>
            <a:ext cx="5808600" cy="160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136" h="4460">
                <a:moveTo>
                  <a:pt x="0" y="0"/>
                </a:moveTo>
                <a:cubicBezTo>
                  <a:pt x="1341" y="696"/>
                  <a:pt x="2885" y="883"/>
                  <a:pt x="4208" y="1615"/>
                </a:cubicBezTo>
                <a:cubicBezTo>
                  <a:pt x="5147" y="2134"/>
                  <a:pt x="6183" y="2447"/>
                  <a:pt x="7244" y="2676"/>
                </a:cubicBezTo>
                <a:cubicBezTo>
                  <a:pt x="8485" y="2944"/>
                  <a:pt x="9721" y="3210"/>
                  <a:pt x="10974" y="3398"/>
                </a:cubicBezTo>
                <a:cubicBezTo>
                  <a:pt x="11987" y="3549"/>
                  <a:pt x="12927" y="4000"/>
                  <a:pt x="13967" y="4035"/>
                </a:cubicBezTo>
                <a:lnTo>
                  <a:pt x="14401" y="4120"/>
                </a:lnTo>
                <a:lnTo>
                  <a:pt x="15181" y="4290"/>
                </a:lnTo>
                <a:lnTo>
                  <a:pt x="16136" y="4460"/>
                </a:lnTo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pic>
        <p:nvPicPr>
          <p:cNvPr id="10" name="">
            <a:extLst>
              <a:ext uri="{FF2B5EF4-FFF2-40B4-BE49-F238E27FC236}">
                <a16:creationId xmlns:a16="http://schemas.microsoft.com/office/drawing/2014/main" id="{097DE442-62BD-42D0-9858-2E2C16FE7712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6660000" y="978840"/>
            <a:ext cx="2700000" cy="226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2859F-4241-437F-9B7C-85DFCCE493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Почему Telegram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E180EA-D85E-4945-8AF8-3E6CF479BB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0000" y="3780000"/>
            <a:ext cx="7397500" cy="1733760"/>
          </a:xfrm>
          <a:noFill/>
          <a:ln>
            <a:noFill/>
          </a:ln>
        </p:spPr>
        <p:txBody>
          <a:bodyPr vert="horz">
            <a:normAutofit fontScale="92500"/>
          </a:bodyPr>
          <a:lstStyle/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Не требуется написание GUI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Не требуют внимания 3-6 уровни модели OSI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Не требуется менеджмент очереди сообщений.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Не требуются дополнительные протоколы (MQTT, </a:t>
            </a:r>
            <a:r>
              <a:rPr lang="ru-RU" sz="2000" kern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Gigbee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</a:t>
            </a:r>
            <a:r>
              <a:rPr lang="ru-RU" sz="2000" kern="1200" dirty="0" err="1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итд</a:t>
            </a:r>
            <a:r>
              <a:rPr lang="ru-RU" sz="2000" kern="1200" dirty="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)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80DC3787-126B-4FD7-A8F1-2ACCEE63067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00000" y="1620000"/>
            <a:ext cx="1495439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">
            <a:extLst>
              <a:ext uri="{FF2B5EF4-FFF2-40B4-BE49-F238E27FC236}">
                <a16:creationId xmlns:a16="http://schemas.microsoft.com/office/drawing/2014/main" id="{210F1750-93A3-4E69-87BC-EE4417A398F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673360" y="1458360"/>
            <a:ext cx="926640" cy="826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">
            <a:extLst>
              <a:ext uri="{FF2B5EF4-FFF2-40B4-BE49-F238E27FC236}">
                <a16:creationId xmlns:a16="http://schemas.microsoft.com/office/drawing/2014/main" id="{CB1C8B0B-9F84-4C79-9F7C-102436DF75AD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800000" y="2622600"/>
            <a:ext cx="1620000" cy="2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">
            <a:extLst>
              <a:ext uri="{FF2B5EF4-FFF2-40B4-BE49-F238E27FC236}">
                <a16:creationId xmlns:a16="http://schemas.microsoft.com/office/drawing/2014/main" id="{93A1F091-4AA9-439B-B109-F179F8434285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80000" y="2160000"/>
            <a:ext cx="466200" cy="761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">
            <a:extLst>
              <a:ext uri="{FF2B5EF4-FFF2-40B4-BE49-F238E27FC236}">
                <a16:creationId xmlns:a16="http://schemas.microsoft.com/office/drawing/2014/main" id="{0CDFE851-5A6F-4E99-80E9-5B17552A6766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4069440" y="1172160"/>
            <a:ext cx="2022479" cy="20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B98795C4-2958-4701-A5CE-B1ED3446337C}"/>
              </a:ext>
            </a:extLst>
          </p:cNvPr>
          <p:cNvSpPr/>
          <p:nvPr/>
        </p:nvSpPr>
        <p:spPr>
          <a:xfrm>
            <a:off x="583200" y="1400400"/>
            <a:ext cx="5808600" cy="16052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136" h="4460">
                <a:moveTo>
                  <a:pt x="0" y="0"/>
                </a:moveTo>
                <a:cubicBezTo>
                  <a:pt x="1341" y="696"/>
                  <a:pt x="2885" y="883"/>
                  <a:pt x="4208" y="1615"/>
                </a:cubicBezTo>
                <a:cubicBezTo>
                  <a:pt x="5147" y="2134"/>
                  <a:pt x="6183" y="2447"/>
                  <a:pt x="7244" y="2676"/>
                </a:cubicBezTo>
                <a:cubicBezTo>
                  <a:pt x="8485" y="2944"/>
                  <a:pt x="9721" y="3210"/>
                  <a:pt x="10974" y="3398"/>
                </a:cubicBezTo>
                <a:cubicBezTo>
                  <a:pt x="11987" y="3549"/>
                  <a:pt x="12927" y="4000"/>
                  <a:pt x="13967" y="4035"/>
                </a:cubicBezTo>
                <a:lnTo>
                  <a:pt x="14401" y="4120"/>
                </a:lnTo>
                <a:lnTo>
                  <a:pt x="15181" y="4290"/>
                </a:lnTo>
                <a:lnTo>
                  <a:pt x="16136" y="4460"/>
                </a:lnTo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5A7AD242-9818-41FB-8344-B14828E2C23F}"/>
              </a:ext>
            </a:extLst>
          </p:cNvPr>
          <p:cNvSpPr/>
          <p:nvPr/>
        </p:nvSpPr>
        <p:spPr>
          <a:xfrm>
            <a:off x="733679" y="1294920"/>
            <a:ext cx="5371200" cy="17654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921" h="4905">
                <a:moveTo>
                  <a:pt x="0" y="3"/>
                </a:moveTo>
                <a:cubicBezTo>
                  <a:pt x="1568" y="-53"/>
                  <a:pt x="2970" y="666"/>
                  <a:pt x="4511" y="784"/>
                </a:cubicBezTo>
                <a:cubicBezTo>
                  <a:pt x="5380" y="850"/>
                  <a:pt x="6203" y="1198"/>
                  <a:pt x="7027" y="1478"/>
                </a:cubicBezTo>
                <a:cubicBezTo>
                  <a:pt x="8056" y="1827"/>
                  <a:pt x="9095" y="2114"/>
                  <a:pt x="10107" y="2562"/>
                </a:cubicBezTo>
                <a:cubicBezTo>
                  <a:pt x="11178" y="3036"/>
                  <a:pt x="12135" y="3686"/>
                  <a:pt x="13230" y="4081"/>
                </a:cubicBezTo>
                <a:lnTo>
                  <a:pt x="14097" y="4471"/>
                </a:lnTo>
                <a:lnTo>
                  <a:pt x="14834" y="4861"/>
                </a:lnTo>
                <a:lnTo>
                  <a:pt x="14921" y="4905"/>
                </a:lnTo>
              </a:path>
            </a:pathLst>
          </a:custGeom>
          <a:noFill/>
          <a:ln w="38160">
            <a:solidFill>
              <a:srgbClr val="FF0000"/>
            </a:solidFill>
            <a:prstDash val="solid"/>
          </a:ln>
        </p:spPr>
        <p:txBody>
          <a:bodyPr vert="horz" wrap="none" lIns="108720" tIns="63720" rIns="108720" bIns="63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D72C4707-44D5-485B-9512-790E47E8802F}"/>
              </a:ext>
            </a:extLst>
          </p:cNvPr>
          <p:cNvSpPr/>
          <p:nvPr/>
        </p:nvSpPr>
        <p:spPr>
          <a:xfrm>
            <a:off x="780480" y="1202400"/>
            <a:ext cx="5464800" cy="17485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181" h="4858">
                <a:moveTo>
                  <a:pt x="0" y="4858"/>
                </a:moveTo>
                <a:cubicBezTo>
                  <a:pt x="1065" y="4554"/>
                  <a:pt x="2158" y="4416"/>
                  <a:pt x="3210" y="3991"/>
                </a:cubicBezTo>
                <a:cubicBezTo>
                  <a:pt x="3985" y="3678"/>
                  <a:pt x="4751" y="3373"/>
                  <a:pt x="5509" y="3036"/>
                </a:cubicBezTo>
                <a:cubicBezTo>
                  <a:pt x="6360" y="2657"/>
                  <a:pt x="7227" y="2259"/>
                  <a:pt x="8155" y="2125"/>
                </a:cubicBezTo>
                <a:cubicBezTo>
                  <a:pt x="8858" y="2024"/>
                  <a:pt x="9592" y="2109"/>
                  <a:pt x="10280" y="1909"/>
                </a:cubicBezTo>
                <a:cubicBezTo>
                  <a:pt x="10799" y="1758"/>
                  <a:pt x="11348" y="1697"/>
                  <a:pt x="11842" y="1475"/>
                </a:cubicBezTo>
                <a:cubicBezTo>
                  <a:pt x="12668" y="1103"/>
                  <a:pt x="13553" y="898"/>
                  <a:pt x="14357" y="477"/>
                </a:cubicBezTo>
                <a:lnTo>
                  <a:pt x="14834" y="174"/>
                </a:lnTo>
                <a:lnTo>
                  <a:pt x="15181" y="0"/>
                </a:lnTo>
              </a:path>
            </a:pathLst>
          </a:custGeom>
          <a:noFill/>
          <a:ln w="38160">
            <a:solidFill>
              <a:srgbClr val="FF0000"/>
            </a:solidFill>
            <a:prstDash val="solid"/>
          </a:ln>
        </p:spPr>
        <p:txBody>
          <a:bodyPr vert="horz" wrap="none" lIns="109080" tIns="64080" rIns="109080" bIns="6408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cap="none">
              <a:ln>
                <a:noFill/>
              </a:ln>
              <a:latin typeface="Nimbus Sans" pitchFamily="18"/>
              <a:ea typeface="Nimbus Sans" pitchFamily="2"/>
              <a:cs typeface="FreeSerif" pitchFamily="2"/>
            </a:endParaRPr>
          </a:p>
        </p:txBody>
      </p:sp>
      <p:pic>
        <p:nvPicPr>
          <p:cNvPr id="12" name="">
            <a:extLst>
              <a:ext uri="{FF2B5EF4-FFF2-40B4-BE49-F238E27FC236}">
                <a16:creationId xmlns:a16="http://schemas.microsoft.com/office/drawing/2014/main" id="{00AF31C2-1F5C-41D0-A24D-4140D20024C0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6465240" y="1080000"/>
            <a:ext cx="3611520" cy="224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AF199E-27F1-45D9-B8F2-51B9CC108C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Цели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E1380C-C5D6-40AD-A6D8-A72554A28F5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noFill/>
          <a:ln>
            <a:noFill/>
          </a:ln>
        </p:spPr>
        <p:txBody>
          <a:bodyPr vert="horz">
            <a:normAutofit/>
          </a:bodyPr>
          <a:lstStyle/>
          <a:p>
            <a:pPr lvl="0">
              <a:lnSpc>
                <a:spcPct val="150000"/>
              </a:lnSpc>
              <a:spcBef>
                <a:spcPts val="1414"/>
              </a:spcBef>
            </a:pPr>
            <a:r>
              <a:rPr lang="ru-RU" sz="1600" kern="1200" dirty="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1. Создание MVP версии  приложения «</a:t>
            </a:r>
            <a:r>
              <a:rPr lang="ru-RU" sz="1600" kern="1200" dirty="0" err="1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Телеграм</a:t>
            </a:r>
            <a:r>
              <a:rPr lang="ru-RU" sz="1600" kern="1200" dirty="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-бот, персональный ассистент»</a:t>
            </a:r>
          </a:p>
          <a:p>
            <a:pPr lvl="0">
              <a:lnSpc>
                <a:spcPct val="150000"/>
              </a:lnSpc>
              <a:spcBef>
                <a:spcPts val="1414"/>
              </a:spcBef>
            </a:pPr>
            <a:r>
              <a:rPr lang="ru-RU" sz="1600" kern="1200" dirty="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2. Разработка схемы и программного обеспечения для аппаратного бота-помощника</a:t>
            </a:r>
          </a:p>
          <a:p>
            <a:pPr lvl="0">
              <a:lnSpc>
                <a:spcPct val="150000"/>
              </a:lnSpc>
              <a:spcBef>
                <a:spcPts val="1414"/>
              </a:spcBef>
            </a:pPr>
            <a:r>
              <a:rPr lang="ru-RU" sz="1600" kern="1200" dirty="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2. Оптимальный подбор компонентов системы, отработка настройки рабочего окружения и запуска приложения.</a:t>
            </a:r>
          </a:p>
          <a:p>
            <a:pPr lvl="0">
              <a:lnSpc>
                <a:spcPct val="150000"/>
              </a:lnSpc>
              <a:spcBef>
                <a:spcPts val="1414"/>
              </a:spcBef>
            </a:pPr>
            <a:r>
              <a:rPr lang="ru-RU" sz="1600" kern="1200" dirty="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4. Отработка взаимодействия между компонентами приложения в рамках экосистемы мессенджера </a:t>
            </a:r>
            <a:r>
              <a:rPr lang="ru-RU" sz="1600" kern="1200" dirty="0" err="1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Telegram</a:t>
            </a:r>
            <a:r>
              <a:rPr lang="ru-RU" sz="1600" kern="1200" dirty="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, обеспечение требований по безопасности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CFAC0-CDF1-491E-BF97-705D59CB8E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02000" y="312920"/>
            <a:ext cx="3131999" cy="591480"/>
          </a:xfrm>
        </p:spPr>
        <p:txBody>
          <a:bodyPr anchorCtr="0"/>
          <a:lstStyle/>
          <a:p>
            <a:pPr lvl="0" algn="l"/>
            <a:r>
              <a:rPr lang="ru-RU" sz="2000" b="1" dirty="0">
                <a:solidFill>
                  <a:srgbClr val="FFFFFF"/>
                </a:solidFill>
              </a:rPr>
              <a:t>Структура  приложения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B2F98430-999C-4C04-9767-796359B4A54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25100" y="608660"/>
            <a:ext cx="7020000" cy="489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862714C-7197-4878-89AD-5D9864BADFEA}"/>
              </a:ext>
            </a:extLst>
          </p:cNvPr>
          <p:cNvGrpSpPr/>
          <p:nvPr/>
        </p:nvGrpSpPr>
        <p:grpSpPr>
          <a:xfrm>
            <a:off x="540000" y="432000"/>
            <a:ext cx="9028799" cy="4467959"/>
            <a:chOff x="540000" y="432000"/>
            <a:chExt cx="9028799" cy="4467959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4996D3B9-8CD6-40F4-B56A-D2AF876E57AD}"/>
                </a:ext>
              </a:extLst>
            </p:cNvPr>
            <p:cNvGrpSpPr/>
            <p:nvPr/>
          </p:nvGrpSpPr>
          <p:grpSpPr>
            <a:xfrm>
              <a:off x="540000" y="432000"/>
              <a:ext cx="9028799" cy="4467959"/>
              <a:chOff x="540000" y="432000"/>
              <a:chExt cx="9028799" cy="4467959"/>
            </a:xfrm>
          </p:grpSpPr>
          <p:sp>
            <p:nvSpPr>
              <p:cNvPr id="4" name="Полилиния: фигура 3">
                <a:extLst>
                  <a:ext uri="{FF2B5EF4-FFF2-40B4-BE49-F238E27FC236}">
                    <a16:creationId xmlns:a16="http://schemas.microsoft.com/office/drawing/2014/main" id="{29A58A06-A9E7-4F37-86CB-9B55017DA5A4}"/>
                  </a:ext>
                </a:extLst>
              </p:cNvPr>
              <p:cNvSpPr/>
              <p:nvPr/>
            </p:nvSpPr>
            <p:spPr>
              <a:xfrm>
                <a:off x="540000" y="3011760"/>
                <a:ext cx="2374920" cy="1007640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solidFill>
                <a:srgbClr val="FFFFFF"/>
              </a:solidFill>
              <a:ln w="38160">
                <a:solidFill>
                  <a:srgbClr val="0D84A1"/>
                </a:solidFill>
                <a:prstDash val="solid"/>
              </a:ln>
            </p:spPr>
            <p:txBody>
              <a:bodyPr vert="horz" wrap="none" lIns="109080" tIns="64080" rIns="109080" bIns="64080" anchor="ctr" anchorCtr="0" compatLnSpc="0">
                <a:noAutofit/>
              </a:bodyPr>
              <a:lstStyle/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Определение</a:t>
                </a:r>
              </a:p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 Типа по</a:t>
                </a:r>
              </a:p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слову-триггеру</a:t>
                </a:r>
              </a:p>
            </p:txBody>
          </p:sp>
          <p:sp>
            <p:nvSpPr>
              <p:cNvPr id="5" name="Полилиния: фигура 4">
                <a:extLst>
                  <a:ext uri="{FF2B5EF4-FFF2-40B4-BE49-F238E27FC236}">
                    <a16:creationId xmlns:a16="http://schemas.microsoft.com/office/drawing/2014/main" id="{B75696DD-A0EC-4EB1-889E-7D2D390A8B71}"/>
                  </a:ext>
                </a:extLst>
              </p:cNvPr>
              <p:cNvSpPr/>
              <p:nvPr/>
            </p:nvSpPr>
            <p:spPr>
              <a:xfrm>
                <a:off x="3866759" y="2161800"/>
                <a:ext cx="2375280" cy="1007999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solidFill>
                <a:srgbClr val="FFFFFF"/>
              </a:solidFill>
              <a:ln w="38160">
                <a:solidFill>
                  <a:srgbClr val="0D84A1"/>
                </a:solidFill>
                <a:prstDash val="solid"/>
              </a:ln>
            </p:spPr>
            <p:txBody>
              <a:bodyPr vert="horz" wrap="none" lIns="109080" tIns="64080" rIns="109080" bIns="64080" anchor="ctr" anchorCtr="0" compatLnSpc="0">
                <a:noAutofit/>
              </a:bodyPr>
              <a:lstStyle/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Определение</a:t>
                </a:r>
              </a:p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Типа команды</a:t>
                </a:r>
              </a:p>
            </p:txBody>
          </p:sp>
          <p:sp>
            <p:nvSpPr>
              <p:cNvPr id="6" name="Полилиния: фигура 5">
                <a:extLst>
                  <a:ext uri="{FF2B5EF4-FFF2-40B4-BE49-F238E27FC236}">
                    <a16:creationId xmlns:a16="http://schemas.microsoft.com/office/drawing/2014/main" id="{B6DC4193-0E3C-4859-AA91-63297653C86C}"/>
                  </a:ext>
                </a:extLst>
              </p:cNvPr>
              <p:cNvSpPr/>
              <p:nvPr/>
            </p:nvSpPr>
            <p:spPr>
              <a:xfrm>
                <a:off x="3866759" y="3891960"/>
                <a:ext cx="2375280" cy="1007999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solidFill>
                <a:srgbClr val="FFFFFF"/>
              </a:solidFill>
              <a:ln w="38160">
                <a:solidFill>
                  <a:srgbClr val="0D84A1"/>
                </a:solidFill>
                <a:prstDash val="solid"/>
              </a:ln>
            </p:spPr>
            <p:txBody>
              <a:bodyPr vert="horz" wrap="none" lIns="109080" tIns="64080" rIns="109080" bIns="64080" anchor="ctr" anchorCtr="0" compatLnSpc="0">
                <a:noAutofit/>
              </a:bodyPr>
              <a:lstStyle/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Отправка</a:t>
                </a:r>
              </a:p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Вопроса в LLM</a:t>
                </a:r>
              </a:p>
            </p:txBody>
          </p:sp>
          <p:cxnSp>
            <p:nvCxnSpPr>
              <p:cNvPr id="7" name="Соединитель: уступ 6">
                <a:extLst>
                  <a:ext uri="{FF2B5EF4-FFF2-40B4-BE49-F238E27FC236}">
                    <a16:creationId xmlns:a16="http://schemas.microsoft.com/office/drawing/2014/main" id="{66331F4B-9E96-4191-8C21-83B0895ED9F2}"/>
                  </a:ext>
                </a:extLst>
              </p:cNvPr>
              <p:cNvCxnSpPr>
                <a:stCxn id="4" idx="1"/>
                <a:endCxn id="5" idx="3"/>
              </p:cNvCxnSpPr>
              <p:nvPr/>
            </p:nvCxnSpPr>
            <p:spPr>
              <a:xfrm flipV="1">
                <a:off x="2914920" y="2665800"/>
                <a:ext cx="951839" cy="849780"/>
              </a:xfrm>
              <a:prstGeom prst="bentConnector3">
                <a:avLst>
                  <a:gd name="adj1" fmla="val 50000"/>
                </a:avLst>
              </a:prstGeom>
              <a:noFill/>
              <a:ln w="38160">
                <a:solidFill>
                  <a:srgbClr val="0D84A1"/>
                </a:solidFill>
                <a:prstDash val="solid"/>
              </a:ln>
            </p:spPr>
          </p:cxnSp>
          <p:cxnSp>
            <p:nvCxnSpPr>
              <p:cNvPr id="8" name="Соединитель: уступ 7">
                <a:extLst>
                  <a:ext uri="{FF2B5EF4-FFF2-40B4-BE49-F238E27FC236}">
                    <a16:creationId xmlns:a16="http://schemas.microsoft.com/office/drawing/2014/main" id="{725B40AD-E972-45D3-9F9D-58F9B66632EA}"/>
                  </a:ext>
                </a:extLst>
              </p:cNvPr>
              <p:cNvCxnSpPr>
                <a:stCxn id="4" idx="1"/>
                <a:endCxn id="6" idx="3"/>
              </p:cNvCxnSpPr>
              <p:nvPr/>
            </p:nvCxnSpPr>
            <p:spPr>
              <a:xfrm>
                <a:off x="2914920" y="3515580"/>
                <a:ext cx="951839" cy="880380"/>
              </a:xfrm>
              <a:prstGeom prst="bentConnector3">
                <a:avLst>
                  <a:gd name="adj1" fmla="val 50000"/>
                </a:avLst>
              </a:prstGeom>
              <a:noFill/>
              <a:ln w="38160">
                <a:solidFill>
                  <a:srgbClr val="0D84A1"/>
                </a:solidFill>
                <a:prstDash val="solid"/>
              </a:ln>
            </p:spPr>
          </p:cxnSp>
          <p:sp>
            <p:nvSpPr>
              <p:cNvPr id="9" name="Полилиния: фигура 8">
                <a:extLst>
                  <a:ext uri="{FF2B5EF4-FFF2-40B4-BE49-F238E27FC236}">
                    <a16:creationId xmlns:a16="http://schemas.microsoft.com/office/drawing/2014/main" id="{10056717-5241-4630-91BF-64B02172862D}"/>
                  </a:ext>
                </a:extLst>
              </p:cNvPr>
              <p:cNvSpPr/>
              <p:nvPr/>
            </p:nvSpPr>
            <p:spPr>
              <a:xfrm>
                <a:off x="7193879" y="2161800"/>
                <a:ext cx="2374920" cy="1007999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solidFill>
                <a:srgbClr val="FFFFFF"/>
              </a:solidFill>
              <a:ln w="38160">
                <a:solidFill>
                  <a:srgbClr val="0D84A1"/>
                </a:solidFill>
                <a:prstDash val="solid"/>
              </a:ln>
            </p:spPr>
            <p:txBody>
              <a:bodyPr vert="horz" wrap="none" lIns="109080" tIns="64080" rIns="109080" bIns="64080" anchor="ctr" anchorCtr="0" compatLnSpc="0">
                <a:noAutofit/>
              </a:bodyPr>
              <a:lstStyle/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 Отправка</a:t>
                </a:r>
              </a:p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 Команды</a:t>
                </a:r>
              </a:p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контроллеру</a:t>
                </a:r>
              </a:p>
            </p:txBody>
          </p:sp>
          <p:sp>
            <p:nvSpPr>
              <p:cNvPr id="10" name="Полилиния: фигура 9">
                <a:extLst>
                  <a:ext uri="{FF2B5EF4-FFF2-40B4-BE49-F238E27FC236}">
                    <a16:creationId xmlns:a16="http://schemas.microsoft.com/office/drawing/2014/main" id="{3A4D19A8-E5F1-417E-A6AC-C96B8880C91A}"/>
                  </a:ext>
                </a:extLst>
              </p:cNvPr>
              <p:cNvSpPr/>
              <p:nvPr/>
            </p:nvSpPr>
            <p:spPr>
              <a:xfrm>
                <a:off x="7193879" y="3891960"/>
                <a:ext cx="2374920" cy="1007999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solidFill>
                <a:srgbClr val="FFFFFF"/>
              </a:solidFill>
              <a:ln w="38160">
                <a:solidFill>
                  <a:srgbClr val="0D84A1"/>
                </a:solidFill>
                <a:prstDash val="solid"/>
              </a:ln>
            </p:spPr>
            <p:txBody>
              <a:bodyPr vert="horz" wrap="none" lIns="109080" tIns="64080" rIns="109080" bIns="64080" anchor="ctr" anchorCtr="0" compatLnSpc="0">
                <a:noAutofit/>
              </a:bodyPr>
              <a:lstStyle/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 Возврат ответа</a:t>
                </a:r>
              </a:p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От LLM</a:t>
                </a:r>
              </a:p>
            </p:txBody>
          </p:sp>
          <p:sp>
            <p:nvSpPr>
              <p:cNvPr id="11" name="Полилиния: фигура 10">
                <a:extLst>
                  <a:ext uri="{FF2B5EF4-FFF2-40B4-BE49-F238E27FC236}">
                    <a16:creationId xmlns:a16="http://schemas.microsoft.com/office/drawing/2014/main" id="{6F4792D3-2096-4363-AC9D-402C92F2BCD8}"/>
                  </a:ext>
                </a:extLst>
              </p:cNvPr>
              <p:cNvSpPr/>
              <p:nvPr/>
            </p:nvSpPr>
            <p:spPr>
              <a:xfrm>
                <a:off x="7193879" y="432000"/>
                <a:ext cx="2374920" cy="1007999"/>
              </a:xfrm>
              <a:custGeom>
                <a:avLst/>
                <a:gdLst>
                  <a:gd name="f0" fmla="val 0"/>
                  <a:gd name="f1" fmla="val 21600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l" t="t" r="r" b="b"/>
                <a:pathLst>
                  <a:path w="21600" h="21600">
                    <a:moveTo>
                      <a:pt x="f0" y="f0"/>
                    </a:moveTo>
                    <a:lnTo>
                      <a:pt x="f1" y="f0"/>
                    </a:lnTo>
                    <a:lnTo>
                      <a:pt x="f1" y="f1"/>
                    </a:lnTo>
                    <a:lnTo>
                      <a:pt x="f0" y="f1"/>
                    </a:lnTo>
                    <a:lnTo>
                      <a:pt x="f0" y="f0"/>
                    </a:lnTo>
                    <a:close/>
                  </a:path>
                </a:pathLst>
              </a:custGeom>
              <a:solidFill>
                <a:srgbClr val="FFFFFF"/>
              </a:solidFill>
              <a:ln w="38160">
                <a:solidFill>
                  <a:srgbClr val="0D84A1"/>
                </a:solidFill>
                <a:prstDash val="solid"/>
              </a:ln>
            </p:spPr>
            <p:txBody>
              <a:bodyPr vert="horz" wrap="none" lIns="109080" tIns="64080" rIns="109080" bIns="64080" anchor="ctr" anchorCtr="0" compatLnSpc="0">
                <a:noAutofit/>
              </a:bodyPr>
              <a:lstStyle/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Исполнение</a:t>
                </a:r>
              </a:p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Системного</a:t>
                </a:r>
              </a:p>
              <a:p>
                <a:pPr marL="0" marR="0" lvl="0" indent="0" algn="ctr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cap="all">
                    <a:solidFill>
                      <a:srgbClr val="0D84A1"/>
                    </a:solidFill>
                    <a:latin typeface="Noto Sans" pitchFamily="34"/>
                  </a:defRPr>
                </a:pPr>
                <a:r>
                  <a:rPr lang="ru-RU" sz="1800" b="0" i="0" u="none" strike="noStrike" kern="1200" cap="all">
                    <a:ln>
                      <a:noFill/>
                    </a:ln>
                    <a:solidFill>
                      <a:srgbClr val="0D84A1"/>
                    </a:solidFill>
                    <a:latin typeface="Noto Sans" pitchFamily="34"/>
                    <a:ea typeface="Nimbus Sans" pitchFamily="2"/>
                    <a:cs typeface="FreeSerif" pitchFamily="2"/>
                  </a:rPr>
                  <a:t>вызова</a:t>
                </a:r>
              </a:p>
            </p:txBody>
          </p:sp>
          <p:cxnSp>
            <p:nvCxnSpPr>
              <p:cNvPr id="12" name="Соединитель: уступ 11">
                <a:extLst>
                  <a:ext uri="{FF2B5EF4-FFF2-40B4-BE49-F238E27FC236}">
                    <a16:creationId xmlns:a16="http://schemas.microsoft.com/office/drawing/2014/main" id="{10609124-A723-4635-9F4C-86DEA6DD7B41}"/>
                  </a:ext>
                </a:extLst>
              </p:cNvPr>
              <p:cNvCxnSpPr>
                <a:stCxn id="6" idx="1"/>
                <a:endCxn id="10" idx="3"/>
              </p:cNvCxnSpPr>
              <p:nvPr/>
            </p:nvCxnSpPr>
            <p:spPr>
              <a:xfrm>
                <a:off x="6242039" y="4395960"/>
                <a:ext cx="951840" cy="12700"/>
              </a:xfrm>
              <a:prstGeom prst="bentConnector3">
                <a:avLst>
                  <a:gd name="adj1" fmla="val 50000"/>
                </a:avLst>
              </a:prstGeom>
              <a:noFill/>
              <a:ln w="38160">
                <a:solidFill>
                  <a:srgbClr val="0D84A1"/>
                </a:solidFill>
                <a:prstDash val="solid"/>
              </a:ln>
            </p:spPr>
          </p:cxnSp>
          <p:cxnSp>
            <p:nvCxnSpPr>
              <p:cNvPr id="13" name="Соединитель: уступ 12">
                <a:extLst>
                  <a:ext uri="{FF2B5EF4-FFF2-40B4-BE49-F238E27FC236}">
                    <a16:creationId xmlns:a16="http://schemas.microsoft.com/office/drawing/2014/main" id="{6E6353FF-C161-4231-9B17-F2E286A0101A}"/>
                  </a:ext>
                </a:extLst>
              </p:cNvPr>
              <p:cNvCxnSpPr>
                <a:stCxn id="5" idx="1"/>
                <a:endCxn id="11" idx="3"/>
              </p:cNvCxnSpPr>
              <p:nvPr/>
            </p:nvCxnSpPr>
            <p:spPr>
              <a:xfrm flipV="1">
                <a:off x="6242039" y="936000"/>
                <a:ext cx="951840" cy="1729800"/>
              </a:xfrm>
              <a:prstGeom prst="bentConnector3">
                <a:avLst>
                  <a:gd name="adj1" fmla="val 50000"/>
                </a:avLst>
              </a:prstGeom>
              <a:noFill/>
              <a:ln w="38160">
                <a:solidFill>
                  <a:srgbClr val="0D84A1"/>
                </a:solidFill>
                <a:prstDash val="solid"/>
              </a:ln>
            </p:spPr>
          </p:cxnSp>
          <p:cxnSp>
            <p:nvCxnSpPr>
              <p:cNvPr id="14" name="Соединитель: уступ 13">
                <a:extLst>
                  <a:ext uri="{FF2B5EF4-FFF2-40B4-BE49-F238E27FC236}">
                    <a16:creationId xmlns:a16="http://schemas.microsoft.com/office/drawing/2014/main" id="{A5796C12-1B05-4DA2-B6AA-33B6ED458E78}"/>
                  </a:ext>
                </a:extLst>
              </p:cNvPr>
              <p:cNvCxnSpPr>
                <a:stCxn id="5" idx="1"/>
                <a:endCxn id="9" idx="3"/>
              </p:cNvCxnSpPr>
              <p:nvPr/>
            </p:nvCxnSpPr>
            <p:spPr>
              <a:xfrm>
                <a:off x="6242039" y="2665800"/>
                <a:ext cx="951840" cy="12700"/>
              </a:xfrm>
              <a:prstGeom prst="bentConnector3">
                <a:avLst>
                  <a:gd name="adj1" fmla="val 50000"/>
                </a:avLst>
              </a:prstGeom>
              <a:noFill/>
              <a:ln w="38160">
                <a:solidFill>
                  <a:srgbClr val="0D84A1"/>
                </a:solidFill>
                <a:prstDash val="solid"/>
              </a:ln>
            </p:spPr>
          </p:cxnSp>
        </p:grpSp>
      </p:grpSp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1302B9CA-4416-437F-8E37-F227D80F41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5640" y="-290520"/>
            <a:ext cx="5184360" cy="3060000"/>
          </a:xfrm>
        </p:spPr>
        <p:txBody>
          <a:bodyPr/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</a:rPr>
              <a:t>Алгоритм обработки</a:t>
            </a:r>
            <a:br>
              <a:rPr lang="ru-RU" sz="2400" b="1">
                <a:solidFill>
                  <a:srgbClr val="FFFFFF"/>
                </a:solidFill>
                <a:highlight>
                  <a:srgbClr val="0D84A1"/>
                </a:highlight>
              </a:rPr>
            </a:b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</a:rPr>
              <a:t>Сообщения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71243-2472-4C57-B956-86D82CDBF53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15640" y="262440"/>
            <a:ext cx="8244360" cy="1177560"/>
          </a:xfrm>
        </p:spPr>
        <p:txBody>
          <a:bodyPr vert="horz"/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Аппаратный бот-помощник.</a:t>
            </a:r>
            <a:b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</a:b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Компоненты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868B6041-3426-44AA-BF64-00D9F46E629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39879" y="2160000"/>
            <a:ext cx="2940120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">
            <a:extLst>
              <a:ext uri="{FF2B5EF4-FFF2-40B4-BE49-F238E27FC236}">
                <a16:creationId xmlns:a16="http://schemas.microsoft.com/office/drawing/2014/main" id="{62BE3475-F8F9-4D16-94A3-598B78397CE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580000" y="1980000"/>
            <a:ext cx="2700000" cy="2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37F029-10F0-428F-ACBF-B64ED4F1F2CF}"/>
              </a:ext>
            </a:extLst>
          </p:cNvPr>
          <p:cNvSpPr txBox="1"/>
          <p:nvPr/>
        </p:nvSpPr>
        <p:spPr>
          <a:xfrm>
            <a:off x="1260000" y="1800000"/>
            <a:ext cx="1956240" cy="318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>
                <a:ln>
                  <a:noFill/>
                </a:ln>
                <a:latin typeface="Nimbus Sans" pitchFamily="18"/>
                <a:ea typeface="Nimbus Sans" pitchFamily="2"/>
                <a:cs typeface="FreeSerif" pitchFamily="2"/>
              </a:rPr>
              <a:t>Плата NodeMCU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B3693B-DDCF-4571-8DC6-861F1A44980F}"/>
              </a:ext>
            </a:extLst>
          </p:cNvPr>
          <p:cNvSpPr txBox="1"/>
          <p:nvPr/>
        </p:nvSpPr>
        <p:spPr>
          <a:xfrm>
            <a:off x="5995440" y="1758960"/>
            <a:ext cx="1564560" cy="318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>
                <a:ln>
                  <a:noFill/>
                </a:ln>
                <a:latin typeface="Nimbus Sans" pitchFamily="18"/>
                <a:ea typeface="Nimbus Sans" pitchFamily="2"/>
                <a:cs typeface="FreeSerif" pitchFamily="2"/>
              </a:rPr>
              <a:t>Модуль реле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152F2-AA4C-4183-A7C1-42C3DCA79560}"/>
              </a:ext>
            </a:extLst>
          </p:cNvPr>
          <p:cNvSpPr txBox="1"/>
          <p:nvPr/>
        </p:nvSpPr>
        <p:spPr>
          <a:xfrm>
            <a:off x="1252439" y="4363920"/>
            <a:ext cx="2547360" cy="10047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>
                <a:ln>
                  <a:noFill/>
                </a:ln>
                <a:latin typeface="Nimbus Sans" pitchFamily="18"/>
                <a:ea typeface="Nimbus Sans" pitchFamily="2"/>
                <a:cs typeface="FreeSerif" pitchFamily="2"/>
              </a:rPr>
              <a:t>Чип ESP8266 (80 MГц)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>
                <a:ln>
                  <a:noFill/>
                </a:ln>
                <a:latin typeface="Nimbus Sans" pitchFamily="18"/>
                <a:ea typeface="Nimbus Sans" pitchFamily="2"/>
                <a:cs typeface="FreeSerif" pitchFamily="2"/>
              </a:rPr>
              <a:t>Flash 4MB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>
                <a:ln>
                  <a:noFill/>
                </a:ln>
                <a:latin typeface="Nimbus Sans" pitchFamily="18"/>
                <a:ea typeface="Nimbus Sans" pitchFamily="2"/>
                <a:cs typeface="FreeSerif" pitchFamily="2"/>
              </a:rPr>
              <a:t>RAM 82Kb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>
                <a:ln>
                  <a:noFill/>
                </a:ln>
                <a:latin typeface="Nimbus Sans" pitchFamily="18"/>
                <a:ea typeface="Nimbus Sans" pitchFamily="2"/>
                <a:cs typeface="FreeSerif" pitchFamily="2"/>
              </a:rPr>
              <a:t>Wi-Fi  b/g/n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7FE2B3-0FEE-42BB-99B1-65D5065AA8BA}"/>
              </a:ext>
            </a:extLst>
          </p:cNvPr>
          <p:cNvSpPr txBox="1"/>
          <p:nvPr/>
        </p:nvSpPr>
        <p:spPr>
          <a:xfrm>
            <a:off x="5580000" y="4492440"/>
            <a:ext cx="3545640" cy="547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>
                <a:ln>
                  <a:noFill/>
                </a:ln>
                <a:latin typeface="Nimbus Sans" pitchFamily="18"/>
                <a:ea typeface="Nimbus Sans" pitchFamily="2"/>
                <a:cs typeface="FreeSerif" pitchFamily="2"/>
              </a:rPr>
              <a:t>Макс. Ток 10А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cap="none">
                <a:ln>
                  <a:noFill/>
                </a:ln>
                <a:latin typeface="Nimbus Sans" pitchFamily="18"/>
                <a:ea typeface="Nimbus Sans" pitchFamily="2"/>
                <a:cs typeface="FreeSerif" pitchFamily="2"/>
              </a:rPr>
              <a:t>Макс. Мощность нагрузки 2КВт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DDD8D-7CF1-4B5D-A03C-9F805B3A23F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15640" y="262440"/>
            <a:ext cx="8244360" cy="1177560"/>
          </a:xfrm>
        </p:spPr>
        <p:txBody>
          <a:bodyPr vert="horz"/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Аппаратный бот-помощник.</a:t>
            </a:r>
            <a:b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</a:b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Схема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C14D6AD5-AA1F-481E-9ECC-6CF2B65F6E6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13240" y="1194839"/>
            <a:ext cx="5306759" cy="4025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A5B5FF-BAD8-4A84-BA06-2EE326D0F22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15640" y="262440"/>
            <a:ext cx="8244360" cy="1177560"/>
          </a:xfrm>
        </p:spPr>
        <p:txBody>
          <a:bodyPr vert="horz"/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Аппаратный бот-помощник.</a:t>
            </a:r>
            <a:b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</a:b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Фото прототипа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CE751AB8-E3E0-4B23-876C-BA3F9301B0A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23280" y="1620000"/>
            <a:ext cx="7416720" cy="385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FEB1637-F77C-44B9-AA1B-DA2F183E5E0F}"/>
              </a:ext>
            </a:extLst>
          </p:cNvPr>
          <p:cNvGraphicFramePr>
            <a:graphicFrameLocks noGrp="1"/>
          </p:cNvGraphicFramePr>
          <p:nvPr/>
        </p:nvGraphicFramePr>
        <p:xfrm>
          <a:off x="503280" y="1709280"/>
          <a:ext cx="9143998" cy="3217523"/>
        </p:xfrm>
        <a:graphic>
          <a:graphicData uri="http://schemas.openxmlformats.org/drawingml/2006/table">
            <a:tbl>
              <a:tblPr firstRow="1" bandRow="1"/>
              <a:tblGrid>
                <a:gridCol w="4102200">
                  <a:extLst>
                    <a:ext uri="{9D8B030D-6E8A-4147-A177-3AD203B41FA5}">
                      <a16:colId xmlns:a16="http://schemas.microsoft.com/office/drawing/2014/main" val="2415206718"/>
                    </a:ext>
                  </a:extLst>
                </a:gridCol>
                <a:gridCol w="1791720">
                  <a:extLst>
                    <a:ext uri="{9D8B030D-6E8A-4147-A177-3AD203B41FA5}">
                      <a16:colId xmlns:a16="http://schemas.microsoft.com/office/drawing/2014/main" val="1894604665"/>
                    </a:ext>
                  </a:extLst>
                </a:gridCol>
                <a:gridCol w="1743839">
                  <a:extLst>
                    <a:ext uri="{9D8B030D-6E8A-4147-A177-3AD203B41FA5}">
                      <a16:colId xmlns:a16="http://schemas.microsoft.com/office/drawing/2014/main" val="360164717"/>
                    </a:ext>
                  </a:extLst>
                </a:gridCol>
                <a:gridCol w="1506239">
                  <a:extLst>
                    <a:ext uri="{9D8B030D-6E8A-4147-A177-3AD203B41FA5}">
                      <a16:colId xmlns:a16="http://schemas.microsoft.com/office/drawing/2014/main" val="681948315"/>
                    </a:ext>
                  </a:extLst>
                </a:gridCol>
              </a:tblGrid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333333"/>
                          </a:solidFill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333333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Кол-во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333333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333333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Стоимость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597172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Плата Orange Pi 1G+корпус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305230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Модуль реле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720402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Услуги по инсталляции + материалы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97060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Услуги по настройке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790283"/>
                  </a:ext>
                </a:extLst>
              </a:tr>
              <a:tr h="504719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1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Всего: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ru-RU" sz="1800" b="0" i="0" u="none" strike="noStrike" kern="1200" cap="none">
                        <a:ln>
                          <a:noFill/>
                        </a:ln>
                        <a:latin typeface="Nimbus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ru-RU" sz="1800" b="0" i="0" u="none" strike="noStrike" kern="1200" cap="none">
                        <a:ln>
                          <a:noFill/>
                        </a:ln>
                        <a:latin typeface="Nimbus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1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850579"/>
                  </a:ext>
                </a:extLst>
              </a:tr>
            </a:tbl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AE00B71-22EA-4C8F-B1FC-0F1F88337F6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</a:rPr>
              <a:t>Смета 8 каналов бюджетная (тыс. руб)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CA45531-C78F-4720-89A5-227FD75113E5}"/>
              </a:ext>
            </a:extLst>
          </p:cNvPr>
          <p:cNvGraphicFramePr>
            <a:graphicFrameLocks noGrp="1"/>
          </p:cNvGraphicFramePr>
          <p:nvPr/>
        </p:nvGraphicFramePr>
        <p:xfrm>
          <a:off x="503280" y="1709280"/>
          <a:ext cx="9143998" cy="3217523"/>
        </p:xfrm>
        <a:graphic>
          <a:graphicData uri="http://schemas.openxmlformats.org/drawingml/2006/table">
            <a:tbl>
              <a:tblPr firstRow="1" bandRow="1"/>
              <a:tblGrid>
                <a:gridCol w="4102200">
                  <a:extLst>
                    <a:ext uri="{9D8B030D-6E8A-4147-A177-3AD203B41FA5}">
                      <a16:colId xmlns:a16="http://schemas.microsoft.com/office/drawing/2014/main" val="3979346832"/>
                    </a:ext>
                  </a:extLst>
                </a:gridCol>
                <a:gridCol w="1791720">
                  <a:extLst>
                    <a:ext uri="{9D8B030D-6E8A-4147-A177-3AD203B41FA5}">
                      <a16:colId xmlns:a16="http://schemas.microsoft.com/office/drawing/2014/main" val="2229512402"/>
                    </a:ext>
                  </a:extLst>
                </a:gridCol>
                <a:gridCol w="1743839">
                  <a:extLst>
                    <a:ext uri="{9D8B030D-6E8A-4147-A177-3AD203B41FA5}">
                      <a16:colId xmlns:a16="http://schemas.microsoft.com/office/drawing/2014/main" val="4124668645"/>
                    </a:ext>
                  </a:extLst>
                </a:gridCol>
                <a:gridCol w="1506239">
                  <a:extLst>
                    <a:ext uri="{9D8B030D-6E8A-4147-A177-3AD203B41FA5}">
                      <a16:colId xmlns:a16="http://schemas.microsoft.com/office/drawing/2014/main" val="2938471657"/>
                    </a:ext>
                  </a:extLst>
                </a:gridCol>
              </a:tblGrid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333333"/>
                          </a:solidFill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333333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Кол-во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333333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Цена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333333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333333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Стоимость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042791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Системный блок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436188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Модуль реле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904145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Услуги по инсталляции + материалы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088281"/>
                  </a:ext>
                </a:extLst>
              </a:tr>
              <a:tr h="50256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Услуги по настройке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666666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666666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0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620616"/>
                  </a:ext>
                </a:extLst>
              </a:tr>
              <a:tr h="504719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1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Всего: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ru-RU" sz="1800" b="0" i="0" u="none" strike="noStrike" kern="1200" cap="none">
                        <a:ln>
                          <a:noFill/>
                        </a:ln>
                        <a:latin typeface="Nimbus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ru-RU" sz="1800" b="0" i="0" u="none" strike="noStrike" kern="1200" cap="none">
                        <a:ln>
                          <a:noFill/>
                        </a:ln>
                        <a:latin typeface="Nimbus Sans" pitchFamily="1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>
                          <a:solidFill>
                            <a:srgbClr val="0D84A1"/>
                          </a:solidFill>
                          <a:latin typeface="Lato" pitchFamily="2"/>
                        </a:defRPr>
                      </a:pPr>
                      <a:r>
                        <a:rPr lang="ru-RU" sz="1800" b="1" i="0" u="none" strike="noStrike" kern="1200" cap="none">
                          <a:ln>
                            <a:noFill/>
                          </a:ln>
                          <a:solidFill>
                            <a:srgbClr val="0D84A1"/>
                          </a:solidFill>
                          <a:latin typeface="Noto Sans" pitchFamily="34"/>
                          <a:ea typeface="Nimbus Sans" pitchFamily="2"/>
                          <a:cs typeface="FreeSerif" pitchFamily="2"/>
                        </a:rPr>
                        <a:t>292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211906"/>
                  </a:ext>
                </a:extLst>
              </a:tr>
            </a:tbl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29DAA9E-2785-4128-92B7-EB70D888B9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</a:rPr>
              <a:t>Смета 16 каналов максимальная (тыс. руб)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6D9F48-D8B3-4DDD-93A3-EDE79081444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 algn="l">
              <a:lnSpc>
                <a:spcPct val="115000"/>
              </a:lnSpc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Дальнейшее развитие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9AB8C0-9423-432E-8044-454F740FE1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noFill/>
          <a:ln>
            <a:noFill/>
          </a:ln>
        </p:spPr>
        <p:txBody>
          <a:bodyPr vert="horz">
            <a:normAutofit/>
          </a:bodyPr>
          <a:lstStyle/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Упаковать в Docker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Многопользовательский режим с запоминанием контекста диалогов с LLM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Голосовые возможности.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Коммуникационные возможности (Whatsapp, VK, автономность.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Работа над функционалом LLM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Работа над интеграцией с различными устройствами и системами.</a:t>
            </a:r>
          </a:p>
          <a:p>
            <a:pPr lvl="0">
              <a:spcBef>
                <a:spcPts val="1414"/>
              </a:spcBef>
              <a:buSzPct val="45000"/>
              <a:buFont typeface="StarSymbol"/>
              <a:buChar char="●"/>
            </a:pPr>
            <a:r>
              <a:rPr lang="ru-RU" sz="2000" kern="1200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Доработки аппаратных ботов-помощников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926E7-1EA8-460D-A524-DAEB6A04C9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1240" y="180000"/>
            <a:ext cx="9068760" cy="946440"/>
          </a:xfrm>
        </p:spPr>
        <p:txBody>
          <a:bodyPr vert="horz">
            <a:spAutoFit/>
          </a:bodyPr>
          <a:lstStyle/>
          <a:p>
            <a:pPr lvl="0" algn="l">
              <a:lnSpc>
                <a:spcPct val="115000"/>
              </a:lnSpc>
              <a:spcBef>
                <a:spcPts val="1414"/>
              </a:spcBef>
            </a:pPr>
            <a:r>
              <a:rPr lang="ru-RU" sz="2400" b="1">
                <a:solidFill>
                  <a:srgbClr val="FFFFFF"/>
                </a:solidFill>
                <a:highlight>
                  <a:srgbClr val="0D84A1"/>
                </a:highlight>
                <a:latin typeface="Noto Sans" pitchFamily="34"/>
              </a:rPr>
              <a:t>Использование наработок в других проектах.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90B9F07-A3F3-4934-A504-741DCC52AB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40000" y="1440000"/>
            <a:ext cx="9068760" cy="3287879"/>
          </a:xfrm>
          <a:noFill/>
          <a:ln>
            <a:noFill/>
          </a:ln>
        </p:spPr>
        <p:txBody>
          <a:bodyPr vert="horz">
            <a:normAutofit lnSpcReduction="10000"/>
          </a:bodyPr>
          <a:lstStyle/>
          <a:p>
            <a:pPr lvl="0" algn="just">
              <a:lnSpc>
                <a:spcPct val="150000"/>
              </a:lnSpc>
              <a:spcBef>
                <a:spcPts val="1414"/>
              </a:spcBef>
            </a:pPr>
            <a:r>
              <a:rPr lang="ru-RU" sz="1800" kern="120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1. Дообученная нейросеть, позволяющая по свободному  текстовому описанию формировать готовые конфигурационные файлы для сетевого оборудования (коммутаторы Ethernet и маршрутизаторы D-Link, Cisco, HPE, Huawei, Mikrotik итд).</a:t>
            </a:r>
          </a:p>
          <a:p>
            <a:pPr lvl="0" algn="just">
              <a:lnSpc>
                <a:spcPct val="150000"/>
              </a:lnSpc>
              <a:spcBef>
                <a:spcPts val="1414"/>
              </a:spcBef>
            </a:pPr>
            <a:r>
              <a:rPr lang="ru-RU" sz="1800" kern="120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2. Система сбора данных с территориально распределенных датчиков в информационную систему через Телеграм.</a:t>
            </a:r>
          </a:p>
          <a:p>
            <a:pPr lvl="0" algn="just">
              <a:lnSpc>
                <a:spcPct val="150000"/>
              </a:lnSpc>
              <a:spcBef>
                <a:spcPts val="1414"/>
              </a:spcBef>
            </a:pPr>
            <a:r>
              <a:rPr lang="ru-RU" sz="1800" kern="120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3. Телеграм бот службы технической поддержки клиентов провайдера интернет.</a:t>
            </a:r>
          </a:p>
          <a:p>
            <a:pPr lvl="0" algn="just">
              <a:lnSpc>
                <a:spcPct val="150000"/>
              </a:lnSpc>
              <a:spcBef>
                <a:spcPts val="1414"/>
              </a:spcBef>
            </a:pPr>
            <a:r>
              <a:rPr lang="ru-RU" sz="1800" kern="1200">
                <a:highlight>
                  <a:scrgbClr r="0" g="0" b="0">
                    <a:alpha val="0"/>
                  </a:scrgbClr>
                </a:highlight>
                <a:latin typeface="Liberation Sans" pitchFamily="34"/>
                <a:cs typeface="Times New Roman" pitchFamily="18"/>
              </a:rPr>
              <a:t>4. Умная автосигнализация.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3CF75-3B51-41B6-AF3E-9D92647623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9" y="2004840"/>
            <a:ext cx="9068400" cy="1660319"/>
          </a:xfrm>
        </p:spPr>
        <p:txBody>
          <a:bodyPr/>
          <a:lstStyle/>
          <a:p>
            <a:pPr lvl="0"/>
            <a:r>
              <a:rPr lang="ru-RU" sz="9600" b="1" spc="1001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itl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ne Bulle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wo Bullets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Four Bullets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Blue/White Char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abl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White/Blue Char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Right Bar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Diagram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Left Bar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Обычный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499</Words>
  <Application>Microsoft Office PowerPoint</Application>
  <PresentationFormat>Широкоэкранный</PresentationFormat>
  <Paragraphs>137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11</vt:i4>
      </vt:variant>
      <vt:variant>
        <vt:lpstr>Заголовки слайдов</vt:lpstr>
      </vt:variant>
      <vt:variant>
        <vt:i4>16</vt:i4>
      </vt:variant>
    </vt:vector>
  </HeadingPairs>
  <TitlesOfParts>
    <vt:vector size="34" baseType="lpstr">
      <vt:lpstr>Arial</vt:lpstr>
      <vt:lpstr>Calibri</vt:lpstr>
      <vt:lpstr>Liberation Sans</vt:lpstr>
      <vt:lpstr>Nimbus Roman</vt:lpstr>
      <vt:lpstr>Nimbus Sans</vt:lpstr>
      <vt:lpstr>Noto Sans</vt:lpstr>
      <vt:lpstr>StarSymbol</vt:lpstr>
      <vt:lpstr>Title</vt:lpstr>
      <vt:lpstr>One Bullet</vt:lpstr>
      <vt:lpstr>Two Bullets</vt:lpstr>
      <vt:lpstr>Four Bullets</vt:lpstr>
      <vt:lpstr>Blue/White Chart</vt:lpstr>
      <vt:lpstr>Table</vt:lpstr>
      <vt:lpstr>White/Blue Chart</vt:lpstr>
      <vt:lpstr>Right Bar</vt:lpstr>
      <vt:lpstr>Diagram</vt:lpstr>
      <vt:lpstr>Left Bar</vt:lpstr>
      <vt:lpstr>Обычный</vt:lpstr>
      <vt:lpstr>Создание приложения «Телеграм-бот — персональный ассистент для управления устройствами «умного» дома</vt:lpstr>
      <vt:lpstr>План выступления</vt:lpstr>
      <vt:lpstr>Концепции «умного» дома.</vt:lpstr>
      <vt:lpstr>Почему Telegram</vt:lpstr>
      <vt:lpstr>Почему Telegram</vt:lpstr>
      <vt:lpstr>Цели проекта</vt:lpstr>
      <vt:lpstr>Структура  приложения</vt:lpstr>
      <vt:lpstr>Алгоритм обработки Сообщения</vt:lpstr>
      <vt:lpstr>Аппаратный бот-помощник. Компоненты</vt:lpstr>
      <vt:lpstr>Аппаратный бот-помощник. Схема</vt:lpstr>
      <vt:lpstr>Аппаратный бот-помощник. Фото прототипа</vt:lpstr>
      <vt:lpstr>Смета 8 каналов бюджетная (тыс. руб)</vt:lpstr>
      <vt:lpstr>Смета 16 каналов максимальная (тыс. руб)</vt:lpstr>
      <vt:lpstr>Дальнейшее развитие</vt:lpstr>
      <vt:lpstr>Использование наработок в других проектах.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Freshes</dc:title>
  <dc:creator>Sergey</dc:creator>
  <cp:lastModifiedBy>Sergey</cp:lastModifiedBy>
  <cp:revision>17</cp:revision>
  <dcterms:created xsi:type="dcterms:W3CDTF">2023-11-04T23:27:31Z</dcterms:created>
  <dcterms:modified xsi:type="dcterms:W3CDTF">2023-11-06T06:01:44Z</dcterms:modified>
</cp:coreProperties>
</file>